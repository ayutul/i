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A98DBE78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2046-AE1A-5A52-D6B3-2118F6E41157}" name="Ayush Tuladhar" initials="AT" userId="S::ayush.tuladhar@swarnimschool.onmicrosoft.com::c70297a8-48e6-456c-b650-7a75c4f767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10B7F-4EF8-49FE-9746-4B5B25BC67DA}" v="387" dt="2024-02-24T17:25:01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omments/modernComment_101_A98DBE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60D948-F3D0-42C4-A804-FCE029BF3086}" authorId="{B7D12046-AE1A-5A52-D6B3-2118F6E41157}" created="2024-02-24T08:09:32.823">
    <pc:sldMkLst xmlns:pc="http://schemas.microsoft.com/office/powerpoint/2013/main/command">
      <pc:docMk/>
      <pc:sldMk cId="2844638840" sldId="257"/>
    </pc:sldMkLst>
    <p188:txBody>
      <a:bodyPr/>
      <a:lstStyle/>
      <a:p>
        <a:r>
          <a:rPr lang="en-US"/>
          <a:t>app area business, healthcare, finance, and science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6" Type="http://schemas.openxmlformats.org/officeDocument/2006/relationships/image" Target="../media/image12.svg"/><Relationship Id="rId5" Type="http://schemas.openxmlformats.org/officeDocument/2006/relationships/image" Target="../media/image3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6" Type="http://schemas.openxmlformats.org/officeDocument/2006/relationships/image" Target="../media/image12.svg"/><Relationship Id="rId5" Type="http://schemas.openxmlformats.org/officeDocument/2006/relationships/image" Target="../media/image3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092A9-3EDF-4EF4-8C2C-68404FD689F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EFCEEB-7BC5-423E-8FC9-72156C2E71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process of extracting and discovering patterns in large data sets </a:t>
          </a:r>
        </a:p>
      </dgm:t>
    </dgm:pt>
    <dgm:pt modelId="{00DCEA73-A2DA-4318-ACCC-D5C0C849F2F1}" type="parTrans" cxnId="{9C9975F1-E47C-445F-8B76-05B0209DD649}">
      <dgm:prSet/>
      <dgm:spPr/>
      <dgm:t>
        <a:bodyPr/>
        <a:lstStyle/>
        <a:p>
          <a:endParaRPr lang="en-US"/>
        </a:p>
      </dgm:t>
    </dgm:pt>
    <dgm:pt modelId="{D12E9806-DD69-4D8E-9FF6-6481BEFA13C3}" type="sibTrans" cxnId="{9C9975F1-E47C-445F-8B76-05B0209DD649}">
      <dgm:prSet/>
      <dgm:spPr/>
      <dgm:t>
        <a:bodyPr/>
        <a:lstStyle/>
        <a:p>
          <a:endParaRPr lang="en-US"/>
        </a:p>
      </dgm:t>
    </dgm:pt>
    <dgm:pt modelId="{A8C84A8A-7BA6-48B9-B7C4-3BAE3AE023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goal is the extraction of patterns and knowledge from large amounts of data, not the extraction(mining) of data itself</a:t>
          </a:r>
        </a:p>
      </dgm:t>
    </dgm:pt>
    <dgm:pt modelId="{7669052E-1271-436F-923D-1C331A78B19F}" type="parTrans" cxnId="{C995258B-5F26-41FB-B5BE-0A897BCFF80B}">
      <dgm:prSet/>
      <dgm:spPr/>
      <dgm:t>
        <a:bodyPr/>
        <a:lstStyle/>
        <a:p>
          <a:endParaRPr lang="en-US"/>
        </a:p>
      </dgm:t>
    </dgm:pt>
    <dgm:pt modelId="{AE14A80A-03B4-49B3-AD99-891746EE80D3}" type="sibTrans" cxnId="{C995258B-5F26-41FB-B5BE-0A897BCFF80B}">
      <dgm:prSet/>
      <dgm:spPr/>
      <dgm:t>
        <a:bodyPr/>
        <a:lstStyle/>
        <a:p>
          <a:endParaRPr lang="en-US"/>
        </a:p>
      </dgm:t>
    </dgm:pt>
    <dgm:pt modelId="{F7366DBC-32DE-44E8-94AE-7DE3C60B24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to enable better decision-making or a better understanding of the world around us</a:t>
          </a:r>
        </a:p>
      </dgm:t>
    </dgm:pt>
    <dgm:pt modelId="{FCEDC8A9-5274-444D-8BF5-882191BD389F}" type="parTrans" cxnId="{CD4A0883-8002-4192-95A0-ED055D219B53}">
      <dgm:prSet/>
      <dgm:spPr/>
      <dgm:t>
        <a:bodyPr/>
        <a:lstStyle/>
        <a:p>
          <a:endParaRPr lang="en-US"/>
        </a:p>
      </dgm:t>
    </dgm:pt>
    <dgm:pt modelId="{9032CF43-F74E-45FF-A8E1-B284FE3BA210}" type="sibTrans" cxnId="{CD4A0883-8002-4192-95A0-ED055D219B53}">
      <dgm:prSet/>
      <dgm:spPr/>
      <dgm:t>
        <a:bodyPr/>
        <a:lstStyle/>
        <a:p>
          <a:endParaRPr lang="en-US"/>
        </a:p>
      </dgm:t>
    </dgm:pt>
    <dgm:pt modelId="{41555FDA-B1C3-4A1D-A3F8-E8DDEE28C800}" type="pres">
      <dgm:prSet presAssocID="{2CD092A9-3EDF-4EF4-8C2C-68404FD689F7}" presName="root" presStyleCnt="0">
        <dgm:presLayoutVars>
          <dgm:dir/>
          <dgm:resizeHandles val="exact"/>
        </dgm:presLayoutVars>
      </dgm:prSet>
      <dgm:spPr/>
    </dgm:pt>
    <dgm:pt modelId="{3967416F-693A-49ED-8B6E-CD2494AAB703}" type="pres">
      <dgm:prSet presAssocID="{E8EFCEEB-7BC5-423E-8FC9-72156C2E7170}" presName="compNode" presStyleCnt="0"/>
      <dgm:spPr/>
    </dgm:pt>
    <dgm:pt modelId="{57B38C90-4947-4DDA-B5CB-6799EDCD9DF3}" type="pres">
      <dgm:prSet presAssocID="{E8EFCEEB-7BC5-423E-8FC9-72156C2E7170}" presName="iconBgRect" presStyleLbl="bgShp" presStyleIdx="0" presStyleCnt="3"/>
      <dgm:spPr/>
    </dgm:pt>
    <dgm:pt modelId="{3D320E9F-3207-446E-9D0B-4BD76FDABEBF}" type="pres">
      <dgm:prSet presAssocID="{E8EFCEEB-7BC5-423E-8FC9-72156C2E71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4B4253-64DE-45FC-B03D-8BF84E38F35A}" type="pres">
      <dgm:prSet presAssocID="{E8EFCEEB-7BC5-423E-8FC9-72156C2E7170}" presName="spaceRect" presStyleCnt="0"/>
      <dgm:spPr/>
    </dgm:pt>
    <dgm:pt modelId="{FEA303EB-AEEE-4B8E-BF97-59F2D9DEBD20}" type="pres">
      <dgm:prSet presAssocID="{E8EFCEEB-7BC5-423E-8FC9-72156C2E7170}" presName="textRect" presStyleLbl="revTx" presStyleIdx="0" presStyleCnt="3">
        <dgm:presLayoutVars>
          <dgm:chMax val="1"/>
          <dgm:chPref val="1"/>
        </dgm:presLayoutVars>
      </dgm:prSet>
      <dgm:spPr/>
    </dgm:pt>
    <dgm:pt modelId="{75F58C62-93A5-4C5F-93C5-920FDC57ADA7}" type="pres">
      <dgm:prSet presAssocID="{D12E9806-DD69-4D8E-9FF6-6481BEFA13C3}" presName="sibTrans" presStyleCnt="0"/>
      <dgm:spPr/>
    </dgm:pt>
    <dgm:pt modelId="{4DD2A765-E1AB-4F1F-8120-94E019A7452D}" type="pres">
      <dgm:prSet presAssocID="{A8C84A8A-7BA6-48B9-B7C4-3BAE3AE023A3}" presName="compNode" presStyleCnt="0"/>
      <dgm:spPr/>
    </dgm:pt>
    <dgm:pt modelId="{9CAF8A8B-3836-4070-9DAF-4D98BC56E9E7}" type="pres">
      <dgm:prSet presAssocID="{A8C84A8A-7BA6-48B9-B7C4-3BAE3AE023A3}" presName="iconBgRect" presStyleLbl="bgShp" presStyleIdx="1" presStyleCnt="3"/>
      <dgm:spPr/>
    </dgm:pt>
    <dgm:pt modelId="{8CB79AFB-2C66-458C-9053-9A17ABE2015E}" type="pres">
      <dgm:prSet presAssocID="{A8C84A8A-7BA6-48B9-B7C4-3BAE3AE023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13858129-2619-4336-BD65-A08635EF540A}" type="pres">
      <dgm:prSet presAssocID="{A8C84A8A-7BA6-48B9-B7C4-3BAE3AE023A3}" presName="spaceRect" presStyleCnt="0"/>
      <dgm:spPr/>
    </dgm:pt>
    <dgm:pt modelId="{ABBCDCBF-84A2-43E8-B21E-668E5154312A}" type="pres">
      <dgm:prSet presAssocID="{A8C84A8A-7BA6-48B9-B7C4-3BAE3AE023A3}" presName="textRect" presStyleLbl="revTx" presStyleIdx="1" presStyleCnt="3">
        <dgm:presLayoutVars>
          <dgm:chMax val="1"/>
          <dgm:chPref val="1"/>
        </dgm:presLayoutVars>
      </dgm:prSet>
      <dgm:spPr/>
    </dgm:pt>
    <dgm:pt modelId="{557F86AA-419F-4DD3-861C-6DC80B56070A}" type="pres">
      <dgm:prSet presAssocID="{AE14A80A-03B4-49B3-AD99-891746EE80D3}" presName="sibTrans" presStyleCnt="0"/>
      <dgm:spPr/>
    </dgm:pt>
    <dgm:pt modelId="{417F8AFD-87AC-4527-998C-F186A3D08380}" type="pres">
      <dgm:prSet presAssocID="{F7366DBC-32DE-44E8-94AE-7DE3C60B24D5}" presName="compNode" presStyleCnt="0"/>
      <dgm:spPr/>
    </dgm:pt>
    <dgm:pt modelId="{EE8CF65C-60EC-46EF-B313-9F064AD7698D}" type="pres">
      <dgm:prSet presAssocID="{F7366DBC-32DE-44E8-94AE-7DE3C60B24D5}" presName="iconBgRect" presStyleLbl="bgShp" presStyleIdx="2" presStyleCnt="3"/>
      <dgm:spPr/>
    </dgm:pt>
    <dgm:pt modelId="{B3EA7DF0-203B-4560-B91C-9F3631F8C292}" type="pres">
      <dgm:prSet presAssocID="{F7366DBC-32DE-44E8-94AE-7DE3C60B24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3A1FCD3-538E-4CCA-9F1A-9B6C58DC1651}" type="pres">
      <dgm:prSet presAssocID="{F7366DBC-32DE-44E8-94AE-7DE3C60B24D5}" presName="spaceRect" presStyleCnt="0"/>
      <dgm:spPr/>
    </dgm:pt>
    <dgm:pt modelId="{12E7FFFF-9767-4732-893A-47BC2EF9BEAF}" type="pres">
      <dgm:prSet presAssocID="{F7366DBC-32DE-44E8-94AE-7DE3C60B24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722710-DBCB-46E6-AA2B-04051CB23711}" type="presOf" srcId="{2CD092A9-3EDF-4EF4-8C2C-68404FD689F7}" destId="{41555FDA-B1C3-4A1D-A3F8-E8DDEE28C800}" srcOrd="0" destOrd="0" presId="urn:microsoft.com/office/officeart/2018/5/layout/IconCircleLabelList"/>
    <dgm:cxn modelId="{78862016-225C-4501-8E8C-DD70AA2E64F4}" type="presOf" srcId="{F7366DBC-32DE-44E8-94AE-7DE3C60B24D5}" destId="{12E7FFFF-9767-4732-893A-47BC2EF9BEAF}" srcOrd="0" destOrd="0" presId="urn:microsoft.com/office/officeart/2018/5/layout/IconCircleLabelList"/>
    <dgm:cxn modelId="{F6D2076C-E013-4D70-8FC0-61240C5D8CC0}" type="presOf" srcId="{A8C84A8A-7BA6-48B9-B7C4-3BAE3AE023A3}" destId="{ABBCDCBF-84A2-43E8-B21E-668E5154312A}" srcOrd="0" destOrd="0" presId="urn:microsoft.com/office/officeart/2018/5/layout/IconCircleLabelList"/>
    <dgm:cxn modelId="{CD4A0883-8002-4192-95A0-ED055D219B53}" srcId="{2CD092A9-3EDF-4EF4-8C2C-68404FD689F7}" destId="{F7366DBC-32DE-44E8-94AE-7DE3C60B24D5}" srcOrd="2" destOrd="0" parTransId="{FCEDC8A9-5274-444D-8BF5-882191BD389F}" sibTransId="{9032CF43-F74E-45FF-A8E1-B284FE3BA210}"/>
    <dgm:cxn modelId="{C995258B-5F26-41FB-B5BE-0A897BCFF80B}" srcId="{2CD092A9-3EDF-4EF4-8C2C-68404FD689F7}" destId="{A8C84A8A-7BA6-48B9-B7C4-3BAE3AE023A3}" srcOrd="1" destOrd="0" parTransId="{7669052E-1271-436F-923D-1C331A78B19F}" sibTransId="{AE14A80A-03B4-49B3-AD99-891746EE80D3}"/>
    <dgm:cxn modelId="{701E958B-1850-4F9D-8C60-8D45D311009C}" type="presOf" srcId="{E8EFCEEB-7BC5-423E-8FC9-72156C2E7170}" destId="{FEA303EB-AEEE-4B8E-BF97-59F2D9DEBD20}" srcOrd="0" destOrd="0" presId="urn:microsoft.com/office/officeart/2018/5/layout/IconCircleLabelList"/>
    <dgm:cxn modelId="{9C9975F1-E47C-445F-8B76-05B0209DD649}" srcId="{2CD092A9-3EDF-4EF4-8C2C-68404FD689F7}" destId="{E8EFCEEB-7BC5-423E-8FC9-72156C2E7170}" srcOrd="0" destOrd="0" parTransId="{00DCEA73-A2DA-4318-ACCC-D5C0C849F2F1}" sibTransId="{D12E9806-DD69-4D8E-9FF6-6481BEFA13C3}"/>
    <dgm:cxn modelId="{D7A48E35-7A80-465D-A720-84DCB1479200}" type="presParOf" srcId="{41555FDA-B1C3-4A1D-A3F8-E8DDEE28C800}" destId="{3967416F-693A-49ED-8B6E-CD2494AAB703}" srcOrd="0" destOrd="0" presId="urn:microsoft.com/office/officeart/2018/5/layout/IconCircleLabelList"/>
    <dgm:cxn modelId="{8CB2D37A-05F1-4BAD-8E8F-6A7867136E5D}" type="presParOf" srcId="{3967416F-693A-49ED-8B6E-CD2494AAB703}" destId="{57B38C90-4947-4DDA-B5CB-6799EDCD9DF3}" srcOrd="0" destOrd="0" presId="urn:microsoft.com/office/officeart/2018/5/layout/IconCircleLabelList"/>
    <dgm:cxn modelId="{07C42775-5A66-456C-908A-0352CE942183}" type="presParOf" srcId="{3967416F-693A-49ED-8B6E-CD2494AAB703}" destId="{3D320E9F-3207-446E-9D0B-4BD76FDABEBF}" srcOrd="1" destOrd="0" presId="urn:microsoft.com/office/officeart/2018/5/layout/IconCircleLabelList"/>
    <dgm:cxn modelId="{90117327-53FA-4FBE-BEF5-E2D7657F64AE}" type="presParOf" srcId="{3967416F-693A-49ED-8B6E-CD2494AAB703}" destId="{434B4253-64DE-45FC-B03D-8BF84E38F35A}" srcOrd="2" destOrd="0" presId="urn:microsoft.com/office/officeart/2018/5/layout/IconCircleLabelList"/>
    <dgm:cxn modelId="{F01722CE-3B73-4C39-88BD-2B76D9B2CB32}" type="presParOf" srcId="{3967416F-693A-49ED-8B6E-CD2494AAB703}" destId="{FEA303EB-AEEE-4B8E-BF97-59F2D9DEBD20}" srcOrd="3" destOrd="0" presId="urn:microsoft.com/office/officeart/2018/5/layout/IconCircleLabelList"/>
    <dgm:cxn modelId="{78C5633B-FC0D-4820-A6AC-5AD9DCB3C3D1}" type="presParOf" srcId="{41555FDA-B1C3-4A1D-A3F8-E8DDEE28C800}" destId="{75F58C62-93A5-4C5F-93C5-920FDC57ADA7}" srcOrd="1" destOrd="0" presId="urn:microsoft.com/office/officeart/2018/5/layout/IconCircleLabelList"/>
    <dgm:cxn modelId="{B3C85A7B-F5BC-457E-9AF3-4E04ACBBCC57}" type="presParOf" srcId="{41555FDA-B1C3-4A1D-A3F8-E8DDEE28C800}" destId="{4DD2A765-E1AB-4F1F-8120-94E019A7452D}" srcOrd="2" destOrd="0" presId="urn:microsoft.com/office/officeart/2018/5/layout/IconCircleLabelList"/>
    <dgm:cxn modelId="{79EB4A7F-12F1-4FDF-9BFC-0B3542A478B5}" type="presParOf" srcId="{4DD2A765-E1AB-4F1F-8120-94E019A7452D}" destId="{9CAF8A8B-3836-4070-9DAF-4D98BC56E9E7}" srcOrd="0" destOrd="0" presId="urn:microsoft.com/office/officeart/2018/5/layout/IconCircleLabelList"/>
    <dgm:cxn modelId="{A535F991-A2E9-4B2C-932D-D7917592B601}" type="presParOf" srcId="{4DD2A765-E1AB-4F1F-8120-94E019A7452D}" destId="{8CB79AFB-2C66-458C-9053-9A17ABE2015E}" srcOrd="1" destOrd="0" presId="urn:microsoft.com/office/officeart/2018/5/layout/IconCircleLabelList"/>
    <dgm:cxn modelId="{46483482-C71B-4788-B7D5-E7CEAA93F999}" type="presParOf" srcId="{4DD2A765-E1AB-4F1F-8120-94E019A7452D}" destId="{13858129-2619-4336-BD65-A08635EF540A}" srcOrd="2" destOrd="0" presId="urn:microsoft.com/office/officeart/2018/5/layout/IconCircleLabelList"/>
    <dgm:cxn modelId="{F09DD8C0-816C-4411-A31D-DA33A1AD5028}" type="presParOf" srcId="{4DD2A765-E1AB-4F1F-8120-94E019A7452D}" destId="{ABBCDCBF-84A2-43E8-B21E-668E5154312A}" srcOrd="3" destOrd="0" presId="urn:microsoft.com/office/officeart/2018/5/layout/IconCircleLabelList"/>
    <dgm:cxn modelId="{0338AC66-BD69-40B9-8B4E-4A739A107EAD}" type="presParOf" srcId="{41555FDA-B1C3-4A1D-A3F8-E8DDEE28C800}" destId="{557F86AA-419F-4DD3-861C-6DC80B56070A}" srcOrd="3" destOrd="0" presId="urn:microsoft.com/office/officeart/2018/5/layout/IconCircleLabelList"/>
    <dgm:cxn modelId="{8D3D5971-A1A4-424F-AD93-E295FC68C0E6}" type="presParOf" srcId="{41555FDA-B1C3-4A1D-A3F8-E8DDEE28C800}" destId="{417F8AFD-87AC-4527-998C-F186A3D08380}" srcOrd="4" destOrd="0" presId="urn:microsoft.com/office/officeart/2018/5/layout/IconCircleLabelList"/>
    <dgm:cxn modelId="{5367FCC2-6490-4769-A083-DEDD73CCBE8B}" type="presParOf" srcId="{417F8AFD-87AC-4527-998C-F186A3D08380}" destId="{EE8CF65C-60EC-46EF-B313-9F064AD7698D}" srcOrd="0" destOrd="0" presId="urn:microsoft.com/office/officeart/2018/5/layout/IconCircleLabelList"/>
    <dgm:cxn modelId="{86F3FD82-0920-4C09-804F-9C52A94AAFB8}" type="presParOf" srcId="{417F8AFD-87AC-4527-998C-F186A3D08380}" destId="{B3EA7DF0-203B-4560-B91C-9F3631F8C292}" srcOrd="1" destOrd="0" presId="urn:microsoft.com/office/officeart/2018/5/layout/IconCircleLabelList"/>
    <dgm:cxn modelId="{240CF829-E5C9-421C-B4EB-BCB80EB97E69}" type="presParOf" srcId="{417F8AFD-87AC-4527-998C-F186A3D08380}" destId="{13A1FCD3-538E-4CCA-9F1A-9B6C58DC1651}" srcOrd="2" destOrd="0" presId="urn:microsoft.com/office/officeart/2018/5/layout/IconCircleLabelList"/>
    <dgm:cxn modelId="{06C38791-8A63-4403-B52B-AC420C591AD8}" type="presParOf" srcId="{417F8AFD-87AC-4527-998C-F186A3D08380}" destId="{12E7FFFF-9767-4732-893A-47BC2EF9BE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B566A7-A2B8-468F-B03A-50773637FF7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E2288A-CDFE-4930-BB37-F327489025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Association Rule Mining</a:t>
          </a:r>
        </a:p>
      </dgm:t>
    </dgm:pt>
    <dgm:pt modelId="{FFEFD876-0040-4200-959A-639EC81AA9C7}" type="parTrans" cxnId="{38482F78-00AB-482E-9BCC-2DC6788383C9}">
      <dgm:prSet/>
      <dgm:spPr/>
      <dgm:t>
        <a:bodyPr/>
        <a:lstStyle/>
        <a:p>
          <a:endParaRPr lang="en-US"/>
        </a:p>
      </dgm:t>
    </dgm:pt>
    <dgm:pt modelId="{34785F3E-E34F-43C3-BF80-F31491D5E0FC}" type="sibTrans" cxnId="{38482F78-00AB-482E-9BCC-2DC6788383C9}">
      <dgm:prSet/>
      <dgm:spPr/>
      <dgm:t>
        <a:bodyPr/>
        <a:lstStyle/>
        <a:p>
          <a:endParaRPr lang="en-US"/>
        </a:p>
      </dgm:t>
    </dgm:pt>
    <dgm:pt modelId="{5C5E89D0-EC60-4315-B56C-83A0127267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Classification</a:t>
          </a:r>
        </a:p>
      </dgm:t>
    </dgm:pt>
    <dgm:pt modelId="{0DD05B4A-0A57-4070-91DF-A773A695998E}" type="parTrans" cxnId="{57FAFAE8-05C7-4E99-96BB-B5C37E481735}">
      <dgm:prSet/>
      <dgm:spPr/>
      <dgm:t>
        <a:bodyPr/>
        <a:lstStyle/>
        <a:p>
          <a:endParaRPr lang="en-US"/>
        </a:p>
      </dgm:t>
    </dgm:pt>
    <dgm:pt modelId="{7A55F3E7-8ABE-4AA8-8F80-EF28A3DE4B6C}" type="sibTrans" cxnId="{57FAFAE8-05C7-4E99-96BB-B5C37E481735}">
      <dgm:prSet/>
      <dgm:spPr/>
      <dgm:t>
        <a:bodyPr/>
        <a:lstStyle/>
        <a:p>
          <a:endParaRPr lang="en-US"/>
        </a:p>
      </dgm:t>
    </dgm:pt>
    <dgm:pt modelId="{B0E63295-2512-48DA-8679-A581A9E4BB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Clustering</a:t>
          </a:r>
        </a:p>
      </dgm:t>
    </dgm:pt>
    <dgm:pt modelId="{823D9560-CDC4-4155-85EE-9D41C6DBC775}" type="parTrans" cxnId="{D88B123B-1051-4B73-A3C6-E8A4BB9FA57E}">
      <dgm:prSet/>
      <dgm:spPr/>
      <dgm:t>
        <a:bodyPr/>
        <a:lstStyle/>
        <a:p>
          <a:endParaRPr lang="en-US"/>
        </a:p>
      </dgm:t>
    </dgm:pt>
    <dgm:pt modelId="{C518D52F-A5FB-40EA-AC0C-CB7D6B9080F7}" type="sibTrans" cxnId="{D88B123B-1051-4B73-A3C6-E8A4BB9FA57E}">
      <dgm:prSet/>
      <dgm:spPr/>
      <dgm:t>
        <a:bodyPr/>
        <a:lstStyle/>
        <a:p>
          <a:endParaRPr lang="en-US"/>
        </a:p>
      </dgm:t>
    </dgm:pt>
    <dgm:pt modelId="{A834C83D-0F37-4C16-98AC-611DC22BB9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Anomaly Detection</a:t>
          </a:r>
        </a:p>
      </dgm:t>
    </dgm:pt>
    <dgm:pt modelId="{F9670B61-D50E-42B2-BEB6-1CAD949098F2}" type="parTrans" cxnId="{E336EE28-1D05-414D-9D52-1131E95CCC14}">
      <dgm:prSet/>
      <dgm:spPr/>
      <dgm:t>
        <a:bodyPr/>
        <a:lstStyle/>
        <a:p>
          <a:endParaRPr lang="en-US"/>
        </a:p>
      </dgm:t>
    </dgm:pt>
    <dgm:pt modelId="{10D118FF-AFD7-4F16-AC2D-A16E988447B9}" type="sibTrans" cxnId="{E336EE28-1D05-414D-9D52-1131E95CCC14}">
      <dgm:prSet/>
      <dgm:spPr/>
      <dgm:t>
        <a:bodyPr/>
        <a:lstStyle/>
        <a:p>
          <a:endParaRPr lang="en-US"/>
        </a:p>
      </dgm:t>
    </dgm:pt>
    <dgm:pt modelId="{547D3933-CF56-45B6-A4C1-5562E9279B30}" type="pres">
      <dgm:prSet presAssocID="{A0B566A7-A2B8-468F-B03A-50773637FF71}" presName="root" presStyleCnt="0">
        <dgm:presLayoutVars>
          <dgm:dir/>
          <dgm:resizeHandles val="exact"/>
        </dgm:presLayoutVars>
      </dgm:prSet>
      <dgm:spPr/>
    </dgm:pt>
    <dgm:pt modelId="{DDCA2751-A7C2-477C-BD3F-7C2A4CEC066E}" type="pres">
      <dgm:prSet presAssocID="{73E2288A-CDFE-4930-BB37-F3274890256E}" presName="compNode" presStyleCnt="0"/>
      <dgm:spPr/>
    </dgm:pt>
    <dgm:pt modelId="{B8A7A3E7-DFD5-4085-9CC5-5A21534DF0AB}" type="pres">
      <dgm:prSet presAssocID="{73E2288A-CDFE-4930-BB37-F327489025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18D6AA69-38FC-4300-BDA5-4C0E04011D8A}" type="pres">
      <dgm:prSet presAssocID="{73E2288A-CDFE-4930-BB37-F3274890256E}" presName="spaceRect" presStyleCnt="0"/>
      <dgm:spPr/>
    </dgm:pt>
    <dgm:pt modelId="{9E7C36E7-0C73-4584-81D8-0360CF55DE45}" type="pres">
      <dgm:prSet presAssocID="{73E2288A-CDFE-4930-BB37-F3274890256E}" presName="textRect" presStyleLbl="revTx" presStyleIdx="0" presStyleCnt="4">
        <dgm:presLayoutVars>
          <dgm:chMax val="1"/>
          <dgm:chPref val="1"/>
        </dgm:presLayoutVars>
      </dgm:prSet>
      <dgm:spPr/>
    </dgm:pt>
    <dgm:pt modelId="{D97296EC-977B-44A6-A319-74ABD541DA07}" type="pres">
      <dgm:prSet presAssocID="{34785F3E-E34F-43C3-BF80-F31491D5E0FC}" presName="sibTrans" presStyleCnt="0"/>
      <dgm:spPr/>
    </dgm:pt>
    <dgm:pt modelId="{C6461353-7669-4C43-A2AC-6DC59414D7C2}" type="pres">
      <dgm:prSet presAssocID="{5C5E89D0-EC60-4315-B56C-83A0127267FE}" presName="compNode" presStyleCnt="0"/>
      <dgm:spPr/>
    </dgm:pt>
    <dgm:pt modelId="{E2B4F82F-F817-474D-A45D-648E82099F8F}" type="pres">
      <dgm:prSet presAssocID="{5C5E89D0-EC60-4315-B56C-83A0127267F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3F31859-7E6F-4342-8141-D02BF0FEB3F0}" type="pres">
      <dgm:prSet presAssocID="{5C5E89D0-EC60-4315-B56C-83A0127267FE}" presName="spaceRect" presStyleCnt="0"/>
      <dgm:spPr/>
    </dgm:pt>
    <dgm:pt modelId="{FD169022-C448-4CC9-BD1B-BA5DFC1602D0}" type="pres">
      <dgm:prSet presAssocID="{5C5E89D0-EC60-4315-B56C-83A0127267FE}" presName="textRect" presStyleLbl="revTx" presStyleIdx="1" presStyleCnt="4">
        <dgm:presLayoutVars>
          <dgm:chMax val="1"/>
          <dgm:chPref val="1"/>
        </dgm:presLayoutVars>
      </dgm:prSet>
      <dgm:spPr/>
    </dgm:pt>
    <dgm:pt modelId="{4E248C48-5CD5-4404-9604-5F452309B5FC}" type="pres">
      <dgm:prSet presAssocID="{7A55F3E7-8ABE-4AA8-8F80-EF28A3DE4B6C}" presName="sibTrans" presStyleCnt="0"/>
      <dgm:spPr/>
    </dgm:pt>
    <dgm:pt modelId="{F45DF488-1B13-41E5-B7DB-DBCE547B2E24}" type="pres">
      <dgm:prSet presAssocID="{B0E63295-2512-48DA-8679-A581A9E4BB9B}" presName="compNode" presStyleCnt="0"/>
      <dgm:spPr/>
    </dgm:pt>
    <dgm:pt modelId="{F215200B-6CAC-4308-8AAA-58A8D82F41BA}" type="pres">
      <dgm:prSet presAssocID="{B0E63295-2512-48DA-8679-A581A9E4BB9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03F85B-A34E-45B7-84B4-4BE2CA855AC3}" type="pres">
      <dgm:prSet presAssocID="{B0E63295-2512-48DA-8679-A581A9E4BB9B}" presName="spaceRect" presStyleCnt="0"/>
      <dgm:spPr/>
    </dgm:pt>
    <dgm:pt modelId="{FC3A4202-ED2E-4F1A-A6C9-2611750F8628}" type="pres">
      <dgm:prSet presAssocID="{B0E63295-2512-48DA-8679-A581A9E4BB9B}" presName="textRect" presStyleLbl="revTx" presStyleIdx="2" presStyleCnt="4">
        <dgm:presLayoutVars>
          <dgm:chMax val="1"/>
          <dgm:chPref val="1"/>
        </dgm:presLayoutVars>
      </dgm:prSet>
      <dgm:spPr/>
    </dgm:pt>
    <dgm:pt modelId="{CAE99D67-D95F-490F-931D-3A651A00CFD3}" type="pres">
      <dgm:prSet presAssocID="{C518D52F-A5FB-40EA-AC0C-CB7D6B9080F7}" presName="sibTrans" presStyleCnt="0"/>
      <dgm:spPr/>
    </dgm:pt>
    <dgm:pt modelId="{B32DC979-2FBA-411C-8CFF-5B5CB1C2788A}" type="pres">
      <dgm:prSet presAssocID="{A834C83D-0F37-4C16-98AC-611DC22BB90E}" presName="compNode" presStyleCnt="0"/>
      <dgm:spPr/>
    </dgm:pt>
    <dgm:pt modelId="{42B55A3C-DB12-44EB-BEC2-488C2B277A4A}" type="pres">
      <dgm:prSet presAssocID="{A834C83D-0F37-4C16-98AC-611DC22BB90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B4432B2-C463-4696-BBC8-B7FA46B3C284}" type="pres">
      <dgm:prSet presAssocID="{A834C83D-0F37-4C16-98AC-611DC22BB90E}" presName="spaceRect" presStyleCnt="0"/>
      <dgm:spPr/>
    </dgm:pt>
    <dgm:pt modelId="{6FA7AC06-E674-4C09-B482-B6598A4828D8}" type="pres">
      <dgm:prSet presAssocID="{A834C83D-0F37-4C16-98AC-611DC22BB90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336EE28-1D05-414D-9D52-1131E95CCC14}" srcId="{A0B566A7-A2B8-468F-B03A-50773637FF71}" destId="{A834C83D-0F37-4C16-98AC-611DC22BB90E}" srcOrd="3" destOrd="0" parTransId="{F9670B61-D50E-42B2-BEB6-1CAD949098F2}" sibTransId="{10D118FF-AFD7-4F16-AC2D-A16E988447B9}"/>
    <dgm:cxn modelId="{C2A9512F-7A91-4907-9F41-F71C56FF5DF2}" type="presOf" srcId="{A834C83D-0F37-4C16-98AC-611DC22BB90E}" destId="{6FA7AC06-E674-4C09-B482-B6598A4828D8}" srcOrd="0" destOrd="0" presId="urn:microsoft.com/office/officeart/2018/2/layout/IconLabelList"/>
    <dgm:cxn modelId="{D88B123B-1051-4B73-A3C6-E8A4BB9FA57E}" srcId="{A0B566A7-A2B8-468F-B03A-50773637FF71}" destId="{B0E63295-2512-48DA-8679-A581A9E4BB9B}" srcOrd="2" destOrd="0" parTransId="{823D9560-CDC4-4155-85EE-9D41C6DBC775}" sibTransId="{C518D52F-A5FB-40EA-AC0C-CB7D6B9080F7}"/>
    <dgm:cxn modelId="{EF846044-4003-47E0-A0C5-4C4CAB0268A0}" type="presOf" srcId="{A0B566A7-A2B8-468F-B03A-50773637FF71}" destId="{547D3933-CF56-45B6-A4C1-5562E9279B30}" srcOrd="0" destOrd="0" presId="urn:microsoft.com/office/officeart/2018/2/layout/IconLabelList"/>
    <dgm:cxn modelId="{38482F78-00AB-482E-9BCC-2DC6788383C9}" srcId="{A0B566A7-A2B8-468F-B03A-50773637FF71}" destId="{73E2288A-CDFE-4930-BB37-F3274890256E}" srcOrd="0" destOrd="0" parTransId="{FFEFD876-0040-4200-959A-639EC81AA9C7}" sibTransId="{34785F3E-E34F-43C3-BF80-F31491D5E0FC}"/>
    <dgm:cxn modelId="{001F445A-05B1-4EA0-AD96-F043B8D99AE3}" type="presOf" srcId="{5C5E89D0-EC60-4315-B56C-83A0127267FE}" destId="{FD169022-C448-4CC9-BD1B-BA5DFC1602D0}" srcOrd="0" destOrd="0" presId="urn:microsoft.com/office/officeart/2018/2/layout/IconLabelList"/>
    <dgm:cxn modelId="{16BB6DE1-4F5B-4E63-B26B-A3EAA78CFE84}" type="presOf" srcId="{B0E63295-2512-48DA-8679-A581A9E4BB9B}" destId="{FC3A4202-ED2E-4F1A-A6C9-2611750F8628}" srcOrd="0" destOrd="0" presId="urn:microsoft.com/office/officeart/2018/2/layout/IconLabelList"/>
    <dgm:cxn modelId="{53440FE8-6C21-430D-B774-4E304C5E8429}" type="presOf" srcId="{73E2288A-CDFE-4930-BB37-F3274890256E}" destId="{9E7C36E7-0C73-4584-81D8-0360CF55DE45}" srcOrd="0" destOrd="0" presId="urn:microsoft.com/office/officeart/2018/2/layout/IconLabelList"/>
    <dgm:cxn modelId="{57FAFAE8-05C7-4E99-96BB-B5C37E481735}" srcId="{A0B566A7-A2B8-468F-B03A-50773637FF71}" destId="{5C5E89D0-EC60-4315-B56C-83A0127267FE}" srcOrd="1" destOrd="0" parTransId="{0DD05B4A-0A57-4070-91DF-A773A695998E}" sibTransId="{7A55F3E7-8ABE-4AA8-8F80-EF28A3DE4B6C}"/>
    <dgm:cxn modelId="{F70E86AA-0EC2-4F27-8EAB-FFD134FB0AA5}" type="presParOf" srcId="{547D3933-CF56-45B6-A4C1-5562E9279B30}" destId="{DDCA2751-A7C2-477C-BD3F-7C2A4CEC066E}" srcOrd="0" destOrd="0" presId="urn:microsoft.com/office/officeart/2018/2/layout/IconLabelList"/>
    <dgm:cxn modelId="{8E56CF4D-A5BC-4EF0-B5FB-9458DB9539A4}" type="presParOf" srcId="{DDCA2751-A7C2-477C-BD3F-7C2A4CEC066E}" destId="{B8A7A3E7-DFD5-4085-9CC5-5A21534DF0AB}" srcOrd="0" destOrd="0" presId="urn:microsoft.com/office/officeart/2018/2/layout/IconLabelList"/>
    <dgm:cxn modelId="{81C80E6C-D984-45D0-9C82-DA44782DD31E}" type="presParOf" srcId="{DDCA2751-A7C2-477C-BD3F-7C2A4CEC066E}" destId="{18D6AA69-38FC-4300-BDA5-4C0E04011D8A}" srcOrd="1" destOrd="0" presId="urn:microsoft.com/office/officeart/2018/2/layout/IconLabelList"/>
    <dgm:cxn modelId="{BF92C422-E83D-43A2-BC6A-2BA54DC781B1}" type="presParOf" srcId="{DDCA2751-A7C2-477C-BD3F-7C2A4CEC066E}" destId="{9E7C36E7-0C73-4584-81D8-0360CF55DE45}" srcOrd="2" destOrd="0" presId="urn:microsoft.com/office/officeart/2018/2/layout/IconLabelList"/>
    <dgm:cxn modelId="{EB9D0DDB-BF20-4727-8CF3-69BCF7097963}" type="presParOf" srcId="{547D3933-CF56-45B6-A4C1-5562E9279B30}" destId="{D97296EC-977B-44A6-A319-74ABD541DA07}" srcOrd="1" destOrd="0" presId="urn:microsoft.com/office/officeart/2018/2/layout/IconLabelList"/>
    <dgm:cxn modelId="{0DE75E97-1FC8-4F5F-9F3E-8CF94BD64793}" type="presParOf" srcId="{547D3933-CF56-45B6-A4C1-5562E9279B30}" destId="{C6461353-7669-4C43-A2AC-6DC59414D7C2}" srcOrd="2" destOrd="0" presId="urn:microsoft.com/office/officeart/2018/2/layout/IconLabelList"/>
    <dgm:cxn modelId="{AB13E169-7839-4018-AE49-B7D8B8D128B9}" type="presParOf" srcId="{C6461353-7669-4C43-A2AC-6DC59414D7C2}" destId="{E2B4F82F-F817-474D-A45D-648E82099F8F}" srcOrd="0" destOrd="0" presId="urn:microsoft.com/office/officeart/2018/2/layout/IconLabelList"/>
    <dgm:cxn modelId="{7DD8EB75-05BD-411E-8856-B49CF33BF010}" type="presParOf" srcId="{C6461353-7669-4C43-A2AC-6DC59414D7C2}" destId="{13F31859-7E6F-4342-8141-D02BF0FEB3F0}" srcOrd="1" destOrd="0" presId="urn:microsoft.com/office/officeart/2018/2/layout/IconLabelList"/>
    <dgm:cxn modelId="{967AC99B-9950-461E-AF6C-BEF95DF9DDE9}" type="presParOf" srcId="{C6461353-7669-4C43-A2AC-6DC59414D7C2}" destId="{FD169022-C448-4CC9-BD1B-BA5DFC1602D0}" srcOrd="2" destOrd="0" presId="urn:microsoft.com/office/officeart/2018/2/layout/IconLabelList"/>
    <dgm:cxn modelId="{7C056945-483F-40E5-BBF7-FE35B0AAF80D}" type="presParOf" srcId="{547D3933-CF56-45B6-A4C1-5562E9279B30}" destId="{4E248C48-5CD5-4404-9604-5F452309B5FC}" srcOrd="3" destOrd="0" presId="urn:microsoft.com/office/officeart/2018/2/layout/IconLabelList"/>
    <dgm:cxn modelId="{917222E2-E7FA-437B-8A89-C7D84FBC389A}" type="presParOf" srcId="{547D3933-CF56-45B6-A4C1-5562E9279B30}" destId="{F45DF488-1B13-41E5-B7DB-DBCE547B2E24}" srcOrd="4" destOrd="0" presId="urn:microsoft.com/office/officeart/2018/2/layout/IconLabelList"/>
    <dgm:cxn modelId="{0EF9EB99-0648-4542-9FD8-C63851B42991}" type="presParOf" srcId="{F45DF488-1B13-41E5-B7DB-DBCE547B2E24}" destId="{F215200B-6CAC-4308-8AAA-58A8D82F41BA}" srcOrd="0" destOrd="0" presId="urn:microsoft.com/office/officeart/2018/2/layout/IconLabelList"/>
    <dgm:cxn modelId="{1E56F364-5A28-4752-A34D-3DF2945DF0BC}" type="presParOf" srcId="{F45DF488-1B13-41E5-B7DB-DBCE547B2E24}" destId="{9203F85B-A34E-45B7-84B4-4BE2CA855AC3}" srcOrd="1" destOrd="0" presId="urn:microsoft.com/office/officeart/2018/2/layout/IconLabelList"/>
    <dgm:cxn modelId="{F59BDFEF-E194-4286-8801-973693942C92}" type="presParOf" srcId="{F45DF488-1B13-41E5-B7DB-DBCE547B2E24}" destId="{FC3A4202-ED2E-4F1A-A6C9-2611750F8628}" srcOrd="2" destOrd="0" presId="urn:microsoft.com/office/officeart/2018/2/layout/IconLabelList"/>
    <dgm:cxn modelId="{68102EC1-5213-4006-8AAD-00205AFD249E}" type="presParOf" srcId="{547D3933-CF56-45B6-A4C1-5562E9279B30}" destId="{CAE99D67-D95F-490F-931D-3A651A00CFD3}" srcOrd="5" destOrd="0" presId="urn:microsoft.com/office/officeart/2018/2/layout/IconLabelList"/>
    <dgm:cxn modelId="{31D69792-2083-4CF9-B5C1-D2D67F7B9CA3}" type="presParOf" srcId="{547D3933-CF56-45B6-A4C1-5562E9279B30}" destId="{B32DC979-2FBA-411C-8CFF-5B5CB1C2788A}" srcOrd="6" destOrd="0" presId="urn:microsoft.com/office/officeart/2018/2/layout/IconLabelList"/>
    <dgm:cxn modelId="{239BF8F0-E7F7-4208-AD54-5F0D216CE912}" type="presParOf" srcId="{B32DC979-2FBA-411C-8CFF-5B5CB1C2788A}" destId="{42B55A3C-DB12-44EB-BEC2-488C2B277A4A}" srcOrd="0" destOrd="0" presId="urn:microsoft.com/office/officeart/2018/2/layout/IconLabelList"/>
    <dgm:cxn modelId="{26CB3188-75C2-4F8D-BA55-152B13E15CE1}" type="presParOf" srcId="{B32DC979-2FBA-411C-8CFF-5B5CB1C2788A}" destId="{FB4432B2-C463-4696-BBC8-B7FA46B3C284}" srcOrd="1" destOrd="0" presId="urn:microsoft.com/office/officeart/2018/2/layout/IconLabelList"/>
    <dgm:cxn modelId="{8750CA61-548E-44B7-AE57-AB962BAB784A}" type="presParOf" srcId="{B32DC979-2FBA-411C-8CFF-5B5CB1C2788A}" destId="{6FA7AC06-E674-4C09-B482-B6598A4828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CEDE80-59C0-41BB-8EEA-1BF1A514AE6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97FC36-D5E8-4BC7-9860-8F4B60CB0A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quality issues</a:t>
          </a:r>
        </a:p>
      </dgm:t>
    </dgm:pt>
    <dgm:pt modelId="{3B12A671-2EA5-4CA2-BC66-3D45B02BE45E}" type="parTrans" cxnId="{47937A54-FB52-4CC9-8C03-A7953AEC0C92}">
      <dgm:prSet/>
      <dgm:spPr/>
      <dgm:t>
        <a:bodyPr/>
        <a:lstStyle/>
        <a:p>
          <a:endParaRPr lang="en-US"/>
        </a:p>
      </dgm:t>
    </dgm:pt>
    <dgm:pt modelId="{9199DD8B-E52B-4799-99AA-C915AF1684C9}" type="sibTrans" cxnId="{47937A54-FB52-4CC9-8C03-A7953AEC0C92}">
      <dgm:prSet/>
      <dgm:spPr/>
      <dgm:t>
        <a:bodyPr/>
        <a:lstStyle/>
        <a:p>
          <a:endParaRPr lang="en-US"/>
        </a:p>
      </dgm:t>
    </dgm:pt>
    <dgm:pt modelId="{0190958F-815D-497A-B936-8097D83D43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 issues</a:t>
          </a:r>
        </a:p>
      </dgm:t>
    </dgm:pt>
    <dgm:pt modelId="{250D6809-5394-4A26-BDB5-C0D16DF0837D}" type="parTrans" cxnId="{C2D82560-4804-4AC0-8A35-CAA93DA4491A}">
      <dgm:prSet/>
      <dgm:spPr/>
      <dgm:t>
        <a:bodyPr/>
        <a:lstStyle/>
        <a:p>
          <a:endParaRPr lang="en-US"/>
        </a:p>
      </dgm:t>
    </dgm:pt>
    <dgm:pt modelId="{83D2A938-5848-427A-8443-8BB2759E35C1}" type="sibTrans" cxnId="{C2D82560-4804-4AC0-8A35-CAA93DA4491A}">
      <dgm:prSet/>
      <dgm:spPr/>
      <dgm:t>
        <a:bodyPr/>
        <a:lstStyle/>
        <a:p>
          <a:endParaRPr lang="en-US"/>
        </a:p>
      </dgm:t>
    </dgm:pt>
    <dgm:pt modelId="{097DD83C-4AEC-4629-B95D-092EE30AF6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Ethical considerations</a:t>
          </a:r>
        </a:p>
      </dgm:t>
    </dgm:pt>
    <dgm:pt modelId="{43033E48-07E4-424C-B57C-6CE46EE6B543}" type="parTrans" cxnId="{D0F59CA6-B53D-4608-B3D8-B9956450B4C0}">
      <dgm:prSet/>
      <dgm:spPr/>
      <dgm:t>
        <a:bodyPr/>
        <a:lstStyle/>
        <a:p>
          <a:endParaRPr lang="en-US"/>
        </a:p>
      </dgm:t>
    </dgm:pt>
    <dgm:pt modelId="{01AB8527-6D83-475B-A7D4-7B1921627D2F}" type="sibTrans" cxnId="{D0F59CA6-B53D-4608-B3D8-B9956450B4C0}">
      <dgm:prSet/>
      <dgm:spPr/>
      <dgm:t>
        <a:bodyPr/>
        <a:lstStyle/>
        <a:p>
          <a:endParaRPr lang="en-US"/>
        </a:p>
      </dgm:t>
    </dgm:pt>
    <dgm:pt modelId="{96A3B82F-C574-4AD2-ACEA-B92D7CE67D69}" type="pres">
      <dgm:prSet presAssocID="{F5CEDE80-59C0-41BB-8EEA-1BF1A514AE6C}" presName="root" presStyleCnt="0">
        <dgm:presLayoutVars>
          <dgm:dir/>
          <dgm:resizeHandles val="exact"/>
        </dgm:presLayoutVars>
      </dgm:prSet>
      <dgm:spPr/>
    </dgm:pt>
    <dgm:pt modelId="{828CAE2A-869F-4E4F-A3C4-7275AE851DBF}" type="pres">
      <dgm:prSet presAssocID="{6797FC36-D5E8-4BC7-9860-8F4B60CB0A1A}" presName="compNode" presStyleCnt="0"/>
      <dgm:spPr/>
    </dgm:pt>
    <dgm:pt modelId="{07A9F614-C2AF-4125-9CBF-7F7D10232714}" type="pres">
      <dgm:prSet presAssocID="{6797FC36-D5E8-4BC7-9860-8F4B60CB0A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85DFDBF-8A5E-447E-A290-F664C33BC71F}" type="pres">
      <dgm:prSet presAssocID="{6797FC36-D5E8-4BC7-9860-8F4B60CB0A1A}" presName="spaceRect" presStyleCnt="0"/>
      <dgm:spPr/>
    </dgm:pt>
    <dgm:pt modelId="{17109C10-17A1-40BE-89AB-A7D59E075B9E}" type="pres">
      <dgm:prSet presAssocID="{6797FC36-D5E8-4BC7-9860-8F4B60CB0A1A}" presName="textRect" presStyleLbl="revTx" presStyleIdx="0" presStyleCnt="3">
        <dgm:presLayoutVars>
          <dgm:chMax val="1"/>
          <dgm:chPref val="1"/>
        </dgm:presLayoutVars>
      </dgm:prSet>
      <dgm:spPr/>
    </dgm:pt>
    <dgm:pt modelId="{F5555EEE-1B1F-4F28-A23C-2359E750D87E}" type="pres">
      <dgm:prSet presAssocID="{9199DD8B-E52B-4799-99AA-C915AF1684C9}" presName="sibTrans" presStyleCnt="0"/>
      <dgm:spPr/>
    </dgm:pt>
    <dgm:pt modelId="{93D345D3-F3EC-4FF1-AA0A-F7823BEAD08C}" type="pres">
      <dgm:prSet presAssocID="{0190958F-815D-497A-B936-8097D83D4379}" presName="compNode" presStyleCnt="0"/>
      <dgm:spPr/>
    </dgm:pt>
    <dgm:pt modelId="{7BCCAD0E-A84D-4869-B080-C21D04FA292B}" type="pres">
      <dgm:prSet presAssocID="{0190958F-815D-497A-B936-8097D83D43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9BA1E89-A32E-4406-A808-C63AAF283976}" type="pres">
      <dgm:prSet presAssocID="{0190958F-815D-497A-B936-8097D83D4379}" presName="spaceRect" presStyleCnt="0"/>
      <dgm:spPr/>
    </dgm:pt>
    <dgm:pt modelId="{2E0DA74E-E2F7-400D-8F1E-280803DDCD85}" type="pres">
      <dgm:prSet presAssocID="{0190958F-815D-497A-B936-8097D83D4379}" presName="textRect" presStyleLbl="revTx" presStyleIdx="1" presStyleCnt="3">
        <dgm:presLayoutVars>
          <dgm:chMax val="1"/>
          <dgm:chPref val="1"/>
        </dgm:presLayoutVars>
      </dgm:prSet>
      <dgm:spPr/>
    </dgm:pt>
    <dgm:pt modelId="{2A1CEC3C-41EB-404C-AD26-D7A5EE8F1F4D}" type="pres">
      <dgm:prSet presAssocID="{83D2A938-5848-427A-8443-8BB2759E35C1}" presName="sibTrans" presStyleCnt="0"/>
      <dgm:spPr/>
    </dgm:pt>
    <dgm:pt modelId="{259D6F25-C894-44A3-9021-358FA53079F9}" type="pres">
      <dgm:prSet presAssocID="{097DD83C-4AEC-4629-B95D-092EE30AF6B3}" presName="compNode" presStyleCnt="0"/>
      <dgm:spPr/>
    </dgm:pt>
    <dgm:pt modelId="{361C0912-FBD8-4301-B273-954242DC39C6}" type="pres">
      <dgm:prSet presAssocID="{097DD83C-4AEC-4629-B95D-092EE30AF6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CEB7DE7-CADC-452C-BAC7-F34FEE1AFA37}" type="pres">
      <dgm:prSet presAssocID="{097DD83C-4AEC-4629-B95D-092EE30AF6B3}" presName="spaceRect" presStyleCnt="0"/>
      <dgm:spPr/>
    </dgm:pt>
    <dgm:pt modelId="{0A65DF39-F5E7-4361-B4C8-A441B0A1DB88}" type="pres">
      <dgm:prSet presAssocID="{097DD83C-4AEC-4629-B95D-092EE30AF6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2D82560-4804-4AC0-8A35-CAA93DA4491A}" srcId="{F5CEDE80-59C0-41BB-8EEA-1BF1A514AE6C}" destId="{0190958F-815D-497A-B936-8097D83D4379}" srcOrd="1" destOrd="0" parTransId="{250D6809-5394-4A26-BDB5-C0D16DF0837D}" sibTransId="{83D2A938-5848-427A-8443-8BB2759E35C1}"/>
    <dgm:cxn modelId="{A0B98748-0252-4EFD-868F-28A2084037F5}" type="presOf" srcId="{6797FC36-D5E8-4BC7-9860-8F4B60CB0A1A}" destId="{17109C10-17A1-40BE-89AB-A7D59E075B9E}" srcOrd="0" destOrd="0" presId="urn:microsoft.com/office/officeart/2018/2/layout/IconLabelList"/>
    <dgm:cxn modelId="{47937A54-FB52-4CC9-8C03-A7953AEC0C92}" srcId="{F5CEDE80-59C0-41BB-8EEA-1BF1A514AE6C}" destId="{6797FC36-D5E8-4BC7-9860-8F4B60CB0A1A}" srcOrd="0" destOrd="0" parTransId="{3B12A671-2EA5-4CA2-BC66-3D45B02BE45E}" sibTransId="{9199DD8B-E52B-4799-99AA-C915AF1684C9}"/>
    <dgm:cxn modelId="{A19A2177-0511-489D-B336-2FEECCA3C7C4}" type="presOf" srcId="{F5CEDE80-59C0-41BB-8EEA-1BF1A514AE6C}" destId="{96A3B82F-C574-4AD2-ACEA-B92D7CE67D69}" srcOrd="0" destOrd="0" presId="urn:microsoft.com/office/officeart/2018/2/layout/IconLabelList"/>
    <dgm:cxn modelId="{7A8EFC7C-BE49-4736-9E2E-834ECDAE7282}" type="presOf" srcId="{097DD83C-4AEC-4629-B95D-092EE30AF6B3}" destId="{0A65DF39-F5E7-4361-B4C8-A441B0A1DB88}" srcOrd="0" destOrd="0" presId="urn:microsoft.com/office/officeart/2018/2/layout/IconLabelList"/>
    <dgm:cxn modelId="{D0F59CA6-B53D-4608-B3D8-B9956450B4C0}" srcId="{F5CEDE80-59C0-41BB-8EEA-1BF1A514AE6C}" destId="{097DD83C-4AEC-4629-B95D-092EE30AF6B3}" srcOrd="2" destOrd="0" parTransId="{43033E48-07E4-424C-B57C-6CE46EE6B543}" sibTransId="{01AB8527-6D83-475B-A7D4-7B1921627D2F}"/>
    <dgm:cxn modelId="{508238D3-A5BA-4F30-AA78-B1C863CAE97D}" type="presOf" srcId="{0190958F-815D-497A-B936-8097D83D4379}" destId="{2E0DA74E-E2F7-400D-8F1E-280803DDCD85}" srcOrd="0" destOrd="0" presId="urn:microsoft.com/office/officeart/2018/2/layout/IconLabelList"/>
    <dgm:cxn modelId="{84F69228-B0D6-4EDA-BE6D-23E65DFE1553}" type="presParOf" srcId="{96A3B82F-C574-4AD2-ACEA-B92D7CE67D69}" destId="{828CAE2A-869F-4E4F-A3C4-7275AE851DBF}" srcOrd="0" destOrd="0" presId="urn:microsoft.com/office/officeart/2018/2/layout/IconLabelList"/>
    <dgm:cxn modelId="{05EB7E57-C3D4-41A6-858A-BC003C86D958}" type="presParOf" srcId="{828CAE2A-869F-4E4F-A3C4-7275AE851DBF}" destId="{07A9F614-C2AF-4125-9CBF-7F7D10232714}" srcOrd="0" destOrd="0" presId="urn:microsoft.com/office/officeart/2018/2/layout/IconLabelList"/>
    <dgm:cxn modelId="{695A247C-47C2-4053-8AC7-A1EDD4C86BAB}" type="presParOf" srcId="{828CAE2A-869F-4E4F-A3C4-7275AE851DBF}" destId="{785DFDBF-8A5E-447E-A290-F664C33BC71F}" srcOrd="1" destOrd="0" presId="urn:microsoft.com/office/officeart/2018/2/layout/IconLabelList"/>
    <dgm:cxn modelId="{1D540318-47A8-4B00-B3A8-DB78DBF1C7C7}" type="presParOf" srcId="{828CAE2A-869F-4E4F-A3C4-7275AE851DBF}" destId="{17109C10-17A1-40BE-89AB-A7D59E075B9E}" srcOrd="2" destOrd="0" presId="urn:microsoft.com/office/officeart/2018/2/layout/IconLabelList"/>
    <dgm:cxn modelId="{51F36B28-37A6-4FFB-8EBD-79CB929A0106}" type="presParOf" srcId="{96A3B82F-C574-4AD2-ACEA-B92D7CE67D69}" destId="{F5555EEE-1B1F-4F28-A23C-2359E750D87E}" srcOrd="1" destOrd="0" presId="urn:microsoft.com/office/officeart/2018/2/layout/IconLabelList"/>
    <dgm:cxn modelId="{58BEC51C-8EA5-4F01-8F47-2ED92540FD39}" type="presParOf" srcId="{96A3B82F-C574-4AD2-ACEA-B92D7CE67D69}" destId="{93D345D3-F3EC-4FF1-AA0A-F7823BEAD08C}" srcOrd="2" destOrd="0" presId="urn:microsoft.com/office/officeart/2018/2/layout/IconLabelList"/>
    <dgm:cxn modelId="{40663FFA-6747-4EF6-836C-C267252A8761}" type="presParOf" srcId="{93D345D3-F3EC-4FF1-AA0A-F7823BEAD08C}" destId="{7BCCAD0E-A84D-4869-B080-C21D04FA292B}" srcOrd="0" destOrd="0" presId="urn:microsoft.com/office/officeart/2018/2/layout/IconLabelList"/>
    <dgm:cxn modelId="{277B8C82-01AE-456C-A224-86A99743FBD3}" type="presParOf" srcId="{93D345D3-F3EC-4FF1-AA0A-F7823BEAD08C}" destId="{39BA1E89-A32E-4406-A808-C63AAF283976}" srcOrd="1" destOrd="0" presId="urn:microsoft.com/office/officeart/2018/2/layout/IconLabelList"/>
    <dgm:cxn modelId="{4838958D-58D0-4ED9-8793-C1A5FAD16A0B}" type="presParOf" srcId="{93D345D3-F3EC-4FF1-AA0A-F7823BEAD08C}" destId="{2E0DA74E-E2F7-400D-8F1E-280803DDCD85}" srcOrd="2" destOrd="0" presId="urn:microsoft.com/office/officeart/2018/2/layout/IconLabelList"/>
    <dgm:cxn modelId="{D5999332-7A9D-4123-B185-B2433C98639D}" type="presParOf" srcId="{96A3B82F-C574-4AD2-ACEA-B92D7CE67D69}" destId="{2A1CEC3C-41EB-404C-AD26-D7A5EE8F1F4D}" srcOrd="3" destOrd="0" presId="urn:microsoft.com/office/officeart/2018/2/layout/IconLabelList"/>
    <dgm:cxn modelId="{242F73FC-6E5D-42EB-A2A6-6299362BD97A}" type="presParOf" srcId="{96A3B82F-C574-4AD2-ACEA-B92D7CE67D69}" destId="{259D6F25-C894-44A3-9021-358FA53079F9}" srcOrd="4" destOrd="0" presId="urn:microsoft.com/office/officeart/2018/2/layout/IconLabelList"/>
    <dgm:cxn modelId="{832FF07B-9730-4557-A963-4AE87E4DEA66}" type="presParOf" srcId="{259D6F25-C894-44A3-9021-358FA53079F9}" destId="{361C0912-FBD8-4301-B273-954242DC39C6}" srcOrd="0" destOrd="0" presId="urn:microsoft.com/office/officeart/2018/2/layout/IconLabelList"/>
    <dgm:cxn modelId="{BE8CD342-0D3A-4C24-A1C8-56B1DB03E98A}" type="presParOf" srcId="{259D6F25-C894-44A3-9021-358FA53079F9}" destId="{DCEB7DE7-CADC-452C-BAC7-F34FEE1AFA37}" srcOrd="1" destOrd="0" presId="urn:microsoft.com/office/officeart/2018/2/layout/IconLabelList"/>
    <dgm:cxn modelId="{2F467269-6A10-4113-A051-90318CF69E0D}" type="presParOf" srcId="{259D6F25-C894-44A3-9021-358FA53079F9}" destId="{0A65DF39-F5E7-4361-B4C8-A441B0A1DB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302EB4-970E-467C-9FE3-B9A1ADEF1A1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B08EEA-015C-4A77-B9E1-46120AB996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Deep learning</a:t>
          </a:r>
        </a:p>
      </dgm:t>
    </dgm:pt>
    <dgm:pt modelId="{AAA02280-BC64-4AD0-8829-340A8FE41869}" type="parTrans" cxnId="{E236F12F-5054-4156-821B-F8BE2C759478}">
      <dgm:prSet/>
      <dgm:spPr/>
      <dgm:t>
        <a:bodyPr/>
        <a:lstStyle/>
        <a:p>
          <a:endParaRPr lang="en-US"/>
        </a:p>
      </dgm:t>
    </dgm:pt>
    <dgm:pt modelId="{174E6422-2472-4AB7-B5FE-853C9482DEFA}" type="sibTrans" cxnId="{E236F12F-5054-4156-821B-F8BE2C7594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F3A22D-A693-4796-A1F9-EB2593D2D2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 data analytics</a:t>
          </a:r>
        </a:p>
      </dgm:t>
    </dgm:pt>
    <dgm:pt modelId="{F807A99B-C594-4086-AAB2-5EA496C9AEDA}" type="parTrans" cxnId="{7E8A4CFF-1FD5-4837-B7DD-02C162B7A4C9}">
      <dgm:prSet/>
      <dgm:spPr/>
      <dgm:t>
        <a:bodyPr/>
        <a:lstStyle/>
        <a:p>
          <a:endParaRPr lang="en-US"/>
        </a:p>
      </dgm:t>
    </dgm:pt>
    <dgm:pt modelId="{7EF6B59B-5FEF-47D3-8834-0572E44A1695}" type="sibTrans" cxnId="{7E8A4CFF-1FD5-4837-B7DD-02C162B7A4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DD69C6-CD97-4CBF-AA6A-4C6D43EB2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IoT (Internet of Things)</a:t>
          </a:r>
        </a:p>
      </dgm:t>
    </dgm:pt>
    <dgm:pt modelId="{A347E391-D3FA-473A-8BB7-4B2AC0ADF61B}" type="parTrans" cxnId="{4E28F09F-A3CE-42A3-A05B-9F9B59FAB305}">
      <dgm:prSet/>
      <dgm:spPr/>
      <dgm:t>
        <a:bodyPr/>
        <a:lstStyle/>
        <a:p>
          <a:endParaRPr lang="en-US"/>
        </a:p>
      </dgm:t>
    </dgm:pt>
    <dgm:pt modelId="{819E9061-FA96-468C-A121-90E255A35766}" type="sibTrans" cxnId="{4E28F09F-A3CE-42A3-A05B-9F9B59FAB30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30E759-B1CE-4DBB-BB23-63AAC44FC7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Artificial Intelligence (AI)</a:t>
          </a:r>
        </a:p>
      </dgm:t>
    </dgm:pt>
    <dgm:pt modelId="{4062C511-65D1-4402-923B-9F63F4C0B89A}" type="parTrans" cxnId="{F71B7BF0-F782-4E91-BBD5-B33223AB9C1B}">
      <dgm:prSet/>
      <dgm:spPr/>
      <dgm:t>
        <a:bodyPr/>
        <a:lstStyle/>
        <a:p>
          <a:endParaRPr lang="en-US"/>
        </a:p>
      </dgm:t>
    </dgm:pt>
    <dgm:pt modelId="{5171AD43-56EA-4FF3-8A4C-A9CE0AA1FBCD}" type="sibTrans" cxnId="{F71B7BF0-F782-4E91-BBD5-B33223AB9C1B}">
      <dgm:prSet/>
      <dgm:spPr/>
      <dgm:t>
        <a:bodyPr/>
        <a:lstStyle/>
        <a:p>
          <a:endParaRPr lang="en-US"/>
        </a:p>
      </dgm:t>
    </dgm:pt>
    <dgm:pt modelId="{2EFA043F-F19D-4279-9E2E-05987C92F28D}" type="pres">
      <dgm:prSet presAssocID="{86302EB4-970E-467C-9FE3-B9A1ADEF1A14}" presName="root" presStyleCnt="0">
        <dgm:presLayoutVars>
          <dgm:dir/>
          <dgm:resizeHandles val="exact"/>
        </dgm:presLayoutVars>
      </dgm:prSet>
      <dgm:spPr/>
    </dgm:pt>
    <dgm:pt modelId="{93ADA12E-A575-4FED-9349-604C0E466755}" type="pres">
      <dgm:prSet presAssocID="{86302EB4-970E-467C-9FE3-B9A1ADEF1A14}" presName="container" presStyleCnt="0">
        <dgm:presLayoutVars>
          <dgm:dir/>
          <dgm:resizeHandles val="exact"/>
        </dgm:presLayoutVars>
      </dgm:prSet>
      <dgm:spPr/>
    </dgm:pt>
    <dgm:pt modelId="{E2A16B67-1EA2-49D9-A84E-B77506944CE1}" type="pres">
      <dgm:prSet presAssocID="{EFB08EEA-015C-4A77-B9E1-46120AB99643}" presName="compNode" presStyleCnt="0"/>
      <dgm:spPr/>
    </dgm:pt>
    <dgm:pt modelId="{DF3CA7F8-EB4E-4096-899F-29CB86F7F6A1}" type="pres">
      <dgm:prSet presAssocID="{EFB08EEA-015C-4A77-B9E1-46120AB99643}" presName="iconBgRect" presStyleLbl="bgShp" presStyleIdx="0" presStyleCnt="4"/>
      <dgm:spPr/>
    </dgm:pt>
    <dgm:pt modelId="{A1AB2C13-A0FE-4B2B-8CFD-F396A083BC80}" type="pres">
      <dgm:prSet presAssocID="{EFB08EEA-015C-4A77-B9E1-46120AB996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2E6F53D-4670-4C78-BEE9-A2590CF2AE47}" type="pres">
      <dgm:prSet presAssocID="{EFB08EEA-015C-4A77-B9E1-46120AB99643}" presName="spaceRect" presStyleCnt="0"/>
      <dgm:spPr/>
    </dgm:pt>
    <dgm:pt modelId="{911DCEA8-D3DC-4140-99B0-E5863A640873}" type="pres">
      <dgm:prSet presAssocID="{EFB08EEA-015C-4A77-B9E1-46120AB99643}" presName="textRect" presStyleLbl="revTx" presStyleIdx="0" presStyleCnt="4">
        <dgm:presLayoutVars>
          <dgm:chMax val="1"/>
          <dgm:chPref val="1"/>
        </dgm:presLayoutVars>
      </dgm:prSet>
      <dgm:spPr/>
    </dgm:pt>
    <dgm:pt modelId="{1C56BE1A-7B1E-4970-8BD4-08E2BEF9A982}" type="pres">
      <dgm:prSet presAssocID="{174E6422-2472-4AB7-B5FE-853C9482DEFA}" presName="sibTrans" presStyleLbl="sibTrans2D1" presStyleIdx="0" presStyleCnt="0"/>
      <dgm:spPr/>
    </dgm:pt>
    <dgm:pt modelId="{BBD6FF78-9A53-4D33-A634-263AA53E0FDF}" type="pres">
      <dgm:prSet presAssocID="{5EF3A22D-A693-4796-A1F9-EB2593D2D2F5}" presName="compNode" presStyleCnt="0"/>
      <dgm:spPr/>
    </dgm:pt>
    <dgm:pt modelId="{E39727E8-531F-4FA0-A2AB-151601D13DFB}" type="pres">
      <dgm:prSet presAssocID="{5EF3A22D-A693-4796-A1F9-EB2593D2D2F5}" presName="iconBgRect" presStyleLbl="bgShp" presStyleIdx="1" presStyleCnt="4"/>
      <dgm:spPr/>
    </dgm:pt>
    <dgm:pt modelId="{5FF028BE-F03E-4534-8DD2-C4C43802371D}" type="pres">
      <dgm:prSet presAssocID="{5EF3A22D-A693-4796-A1F9-EB2593D2D2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A37DB57-F355-419C-B07D-25E15B02FBD1}" type="pres">
      <dgm:prSet presAssocID="{5EF3A22D-A693-4796-A1F9-EB2593D2D2F5}" presName="spaceRect" presStyleCnt="0"/>
      <dgm:spPr/>
    </dgm:pt>
    <dgm:pt modelId="{DB67CE03-94BE-4D91-BB39-BA779DBEF2A2}" type="pres">
      <dgm:prSet presAssocID="{5EF3A22D-A693-4796-A1F9-EB2593D2D2F5}" presName="textRect" presStyleLbl="revTx" presStyleIdx="1" presStyleCnt="4">
        <dgm:presLayoutVars>
          <dgm:chMax val="1"/>
          <dgm:chPref val="1"/>
        </dgm:presLayoutVars>
      </dgm:prSet>
      <dgm:spPr/>
    </dgm:pt>
    <dgm:pt modelId="{96C252A8-138A-4155-8184-28C59585A676}" type="pres">
      <dgm:prSet presAssocID="{7EF6B59B-5FEF-47D3-8834-0572E44A1695}" presName="sibTrans" presStyleLbl="sibTrans2D1" presStyleIdx="0" presStyleCnt="0"/>
      <dgm:spPr/>
    </dgm:pt>
    <dgm:pt modelId="{C2886F81-F3D2-4952-9D10-1B7E09DA1194}" type="pres">
      <dgm:prSet presAssocID="{44DD69C6-CD97-4CBF-AA6A-4C6D43EB25CF}" presName="compNode" presStyleCnt="0"/>
      <dgm:spPr/>
    </dgm:pt>
    <dgm:pt modelId="{44833381-2CF4-41ED-809A-A21AB09282EB}" type="pres">
      <dgm:prSet presAssocID="{44DD69C6-CD97-4CBF-AA6A-4C6D43EB25CF}" presName="iconBgRect" presStyleLbl="bgShp" presStyleIdx="2" presStyleCnt="4"/>
      <dgm:spPr/>
    </dgm:pt>
    <dgm:pt modelId="{61DDA036-930C-4EE6-85BF-97B1DD9849CD}" type="pres">
      <dgm:prSet presAssocID="{44DD69C6-CD97-4CBF-AA6A-4C6D43EB25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85F651F-3673-491D-A83A-2EE584CF65C5}" type="pres">
      <dgm:prSet presAssocID="{44DD69C6-CD97-4CBF-AA6A-4C6D43EB25CF}" presName="spaceRect" presStyleCnt="0"/>
      <dgm:spPr/>
    </dgm:pt>
    <dgm:pt modelId="{7BD11966-AC52-461A-9479-BC7C91FC08C4}" type="pres">
      <dgm:prSet presAssocID="{44DD69C6-CD97-4CBF-AA6A-4C6D43EB25CF}" presName="textRect" presStyleLbl="revTx" presStyleIdx="2" presStyleCnt="4">
        <dgm:presLayoutVars>
          <dgm:chMax val="1"/>
          <dgm:chPref val="1"/>
        </dgm:presLayoutVars>
      </dgm:prSet>
      <dgm:spPr/>
    </dgm:pt>
    <dgm:pt modelId="{747D6A90-7608-4407-812D-7CC95689A8BC}" type="pres">
      <dgm:prSet presAssocID="{819E9061-FA96-468C-A121-90E255A35766}" presName="sibTrans" presStyleLbl="sibTrans2D1" presStyleIdx="0" presStyleCnt="0"/>
      <dgm:spPr/>
    </dgm:pt>
    <dgm:pt modelId="{7DD6A154-E5B3-4B77-BAF6-E055AF46E55F}" type="pres">
      <dgm:prSet presAssocID="{D930E759-B1CE-4DBB-BB23-63AAC44FC77B}" presName="compNode" presStyleCnt="0"/>
      <dgm:spPr/>
    </dgm:pt>
    <dgm:pt modelId="{B368D902-FD1A-409E-A08D-E63CF7B1CCE3}" type="pres">
      <dgm:prSet presAssocID="{D930E759-B1CE-4DBB-BB23-63AAC44FC77B}" presName="iconBgRect" presStyleLbl="bgShp" presStyleIdx="3" presStyleCnt="4"/>
      <dgm:spPr/>
    </dgm:pt>
    <dgm:pt modelId="{2CBF2E1C-4ADE-4528-8C46-DE96F18D69E6}" type="pres">
      <dgm:prSet presAssocID="{D930E759-B1CE-4DBB-BB23-63AAC44FC77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EA6589A-9E07-40D6-84A2-E0D24828F760}" type="pres">
      <dgm:prSet presAssocID="{D930E759-B1CE-4DBB-BB23-63AAC44FC77B}" presName="spaceRect" presStyleCnt="0"/>
      <dgm:spPr/>
    </dgm:pt>
    <dgm:pt modelId="{2E819F8A-97F3-4704-8B8A-C1843F71059B}" type="pres">
      <dgm:prSet presAssocID="{D930E759-B1CE-4DBB-BB23-63AAC44FC77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BC790A-9A4D-4490-9B30-34F8CA0662EB}" type="presOf" srcId="{EFB08EEA-015C-4A77-B9E1-46120AB99643}" destId="{911DCEA8-D3DC-4140-99B0-E5863A640873}" srcOrd="0" destOrd="0" presId="urn:microsoft.com/office/officeart/2018/2/layout/IconCircleList"/>
    <dgm:cxn modelId="{FB1E0D25-56FD-474E-8670-7D2FBBF78BAA}" type="presOf" srcId="{D930E759-B1CE-4DBB-BB23-63AAC44FC77B}" destId="{2E819F8A-97F3-4704-8B8A-C1843F71059B}" srcOrd="0" destOrd="0" presId="urn:microsoft.com/office/officeart/2018/2/layout/IconCircleList"/>
    <dgm:cxn modelId="{E236F12F-5054-4156-821B-F8BE2C759478}" srcId="{86302EB4-970E-467C-9FE3-B9A1ADEF1A14}" destId="{EFB08EEA-015C-4A77-B9E1-46120AB99643}" srcOrd="0" destOrd="0" parTransId="{AAA02280-BC64-4AD0-8829-340A8FE41869}" sibTransId="{174E6422-2472-4AB7-B5FE-853C9482DEFA}"/>
    <dgm:cxn modelId="{35B0478E-A780-40F6-9675-37D9046CDC02}" type="presOf" srcId="{86302EB4-970E-467C-9FE3-B9A1ADEF1A14}" destId="{2EFA043F-F19D-4279-9E2E-05987C92F28D}" srcOrd="0" destOrd="0" presId="urn:microsoft.com/office/officeart/2018/2/layout/IconCircleList"/>
    <dgm:cxn modelId="{F4FA8A9F-CB8C-4BF6-806F-2E7B8CA1461A}" type="presOf" srcId="{174E6422-2472-4AB7-B5FE-853C9482DEFA}" destId="{1C56BE1A-7B1E-4970-8BD4-08E2BEF9A982}" srcOrd="0" destOrd="0" presId="urn:microsoft.com/office/officeart/2018/2/layout/IconCircleList"/>
    <dgm:cxn modelId="{4E28F09F-A3CE-42A3-A05B-9F9B59FAB305}" srcId="{86302EB4-970E-467C-9FE3-B9A1ADEF1A14}" destId="{44DD69C6-CD97-4CBF-AA6A-4C6D43EB25CF}" srcOrd="2" destOrd="0" parTransId="{A347E391-D3FA-473A-8BB7-4B2AC0ADF61B}" sibTransId="{819E9061-FA96-468C-A121-90E255A35766}"/>
    <dgm:cxn modelId="{043C9FA3-6667-44B4-BD1F-AB267EA1B74B}" type="presOf" srcId="{819E9061-FA96-468C-A121-90E255A35766}" destId="{747D6A90-7608-4407-812D-7CC95689A8BC}" srcOrd="0" destOrd="0" presId="urn:microsoft.com/office/officeart/2018/2/layout/IconCircleList"/>
    <dgm:cxn modelId="{6D764BA5-8960-4F0A-93D9-ED898B3A2EA6}" type="presOf" srcId="{7EF6B59B-5FEF-47D3-8834-0572E44A1695}" destId="{96C252A8-138A-4155-8184-28C59585A676}" srcOrd="0" destOrd="0" presId="urn:microsoft.com/office/officeart/2018/2/layout/IconCircleList"/>
    <dgm:cxn modelId="{53763AB2-EC16-4BCA-8EEE-E206A34CC79B}" type="presOf" srcId="{5EF3A22D-A693-4796-A1F9-EB2593D2D2F5}" destId="{DB67CE03-94BE-4D91-BB39-BA779DBEF2A2}" srcOrd="0" destOrd="0" presId="urn:microsoft.com/office/officeart/2018/2/layout/IconCircleList"/>
    <dgm:cxn modelId="{871AA1DD-7D85-4BE7-9CB2-4C331D1B7FA1}" type="presOf" srcId="{44DD69C6-CD97-4CBF-AA6A-4C6D43EB25CF}" destId="{7BD11966-AC52-461A-9479-BC7C91FC08C4}" srcOrd="0" destOrd="0" presId="urn:microsoft.com/office/officeart/2018/2/layout/IconCircleList"/>
    <dgm:cxn modelId="{F71B7BF0-F782-4E91-BBD5-B33223AB9C1B}" srcId="{86302EB4-970E-467C-9FE3-B9A1ADEF1A14}" destId="{D930E759-B1CE-4DBB-BB23-63AAC44FC77B}" srcOrd="3" destOrd="0" parTransId="{4062C511-65D1-4402-923B-9F63F4C0B89A}" sibTransId="{5171AD43-56EA-4FF3-8A4C-A9CE0AA1FBCD}"/>
    <dgm:cxn modelId="{7E8A4CFF-1FD5-4837-B7DD-02C162B7A4C9}" srcId="{86302EB4-970E-467C-9FE3-B9A1ADEF1A14}" destId="{5EF3A22D-A693-4796-A1F9-EB2593D2D2F5}" srcOrd="1" destOrd="0" parTransId="{F807A99B-C594-4086-AAB2-5EA496C9AEDA}" sibTransId="{7EF6B59B-5FEF-47D3-8834-0572E44A1695}"/>
    <dgm:cxn modelId="{529DFEA4-8F4E-4B04-87F0-D269AB8D16B5}" type="presParOf" srcId="{2EFA043F-F19D-4279-9E2E-05987C92F28D}" destId="{93ADA12E-A575-4FED-9349-604C0E466755}" srcOrd="0" destOrd="0" presId="urn:microsoft.com/office/officeart/2018/2/layout/IconCircleList"/>
    <dgm:cxn modelId="{D5585A25-FDA9-4B58-8689-340EF05CC6AD}" type="presParOf" srcId="{93ADA12E-A575-4FED-9349-604C0E466755}" destId="{E2A16B67-1EA2-49D9-A84E-B77506944CE1}" srcOrd="0" destOrd="0" presId="urn:microsoft.com/office/officeart/2018/2/layout/IconCircleList"/>
    <dgm:cxn modelId="{F3E9C816-4D82-4133-A473-70DA6F04496E}" type="presParOf" srcId="{E2A16B67-1EA2-49D9-A84E-B77506944CE1}" destId="{DF3CA7F8-EB4E-4096-899F-29CB86F7F6A1}" srcOrd="0" destOrd="0" presId="urn:microsoft.com/office/officeart/2018/2/layout/IconCircleList"/>
    <dgm:cxn modelId="{DCB2D655-9149-4E95-9D8C-6CE1FB1990DB}" type="presParOf" srcId="{E2A16B67-1EA2-49D9-A84E-B77506944CE1}" destId="{A1AB2C13-A0FE-4B2B-8CFD-F396A083BC80}" srcOrd="1" destOrd="0" presId="urn:microsoft.com/office/officeart/2018/2/layout/IconCircleList"/>
    <dgm:cxn modelId="{DF082013-4DF2-417F-807C-B27948272F16}" type="presParOf" srcId="{E2A16B67-1EA2-49D9-A84E-B77506944CE1}" destId="{A2E6F53D-4670-4C78-BEE9-A2590CF2AE47}" srcOrd="2" destOrd="0" presId="urn:microsoft.com/office/officeart/2018/2/layout/IconCircleList"/>
    <dgm:cxn modelId="{0B3F6F1C-1C40-4D79-8CDD-1A75FCCCE6D1}" type="presParOf" srcId="{E2A16B67-1EA2-49D9-A84E-B77506944CE1}" destId="{911DCEA8-D3DC-4140-99B0-E5863A640873}" srcOrd="3" destOrd="0" presId="urn:microsoft.com/office/officeart/2018/2/layout/IconCircleList"/>
    <dgm:cxn modelId="{9526E63A-BEE9-4F4B-858E-55F250E2B0BA}" type="presParOf" srcId="{93ADA12E-A575-4FED-9349-604C0E466755}" destId="{1C56BE1A-7B1E-4970-8BD4-08E2BEF9A982}" srcOrd="1" destOrd="0" presId="urn:microsoft.com/office/officeart/2018/2/layout/IconCircleList"/>
    <dgm:cxn modelId="{DD266331-7C77-4AD8-AE58-DD0017DB3194}" type="presParOf" srcId="{93ADA12E-A575-4FED-9349-604C0E466755}" destId="{BBD6FF78-9A53-4D33-A634-263AA53E0FDF}" srcOrd="2" destOrd="0" presId="urn:microsoft.com/office/officeart/2018/2/layout/IconCircleList"/>
    <dgm:cxn modelId="{431E74BE-FA48-406B-B3E9-B3BA5B1A6981}" type="presParOf" srcId="{BBD6FF78-9A53-4D33-A634-263AA53E0FDF}" destId="{E39727E8-531F-4FA0-A2AB-151601D13DFB}" srcOrd="0" destOrd="0" presId="urn:microsoft.com/office/officeart/2018/2/layout/IconCircleList"/>
    <dgm:cxn modelId="{ACF42542-0352-4AA6-A7CD-29733138D22C}" type="presParOf" srcId="{BBD6FF78-9A53-4D33-A634-263AA53E0FDF}" destId="{5FF028BE-F03E-4534-8DD2-C4C43802371D}" srcOrd="1" destOrd="0" presId="urn:microsoft.com/office/officeart/2018/2/layout/IconCircleList"/>
    <dgm:cxn modelId="{40B6E0FD-84BC-4BB1-91A9-3F2665495A0D}" type="presParOf" srcId="{BBD6FF78-9A53-4D33-A634-263AA53E0FDF}" destId="{AA37DB57-F355-419C-B07D-25E15B02FBD1}" srcOrd="2" destOrd="0" presId="urn:microsoft.com/office/officeart/2018/2/layout/IconCircleList"/>
    <dgm:cxn modelId="{22CFFB20-7589-461B-AE14-F789F79F2A21}" type="presParOf" srcId="{BBD6FF78-9A53-4D33-A634-263AA53E0FDF}" destId="{DB67CE03-94BE-4D91-BB39-BA779DBEF2A2}" srcOrd="3" destOrd="0" presId="urn:microsoft.com/office/officeart/2018/2/layout/IconCircleList"/>
    <dgm:cxn modelId="{92BDD7E4-A136-4397-88DF-BFC8E799B0A5}" type="presParOf" srcId="{93ADA12E-A575-4FED-9349-604C0E466755}" destId="{96C252A8-138A-4155-8184-28C59585A676}" srcOrd="3" destOrd="0" presId="urn:microsoft.com/office/officeart/2018/2/layout/IconCircleList"/>
    <dgm:cxn modelId="{EF2D48BE-2A29-479D-BB89-643D5AF9D681}" type="presParOf" srcId="{93ADA12E-A575-4FED-9349-604C0E466755}" destId="{C2886F81-F3D2-4952-9D10-1B7E09DA1194}" srcOrd="4" destOrd="0" presId="urn:microsoft.com/office/officeart/2018/2/layout/IconCircleList"/>
    <dgm:cxn modelId="{7FD47DD3-464E-49B8-BDF4-FB72ED82F7E5}" type="presParOf" srcId="{C2886F81-F3D2-4952-9D10-1B7E09DA1194}" destId="{44833381-2CF4-41ED-809A-A21AB09282EB}" srcOrd="0" destOrd="0" presId="urn:microsoft.com/office/officeart/2018/2/layout/IconCircleList"/>
    <dgm:cxn modelId="{C0BBBE1D-E704-453D-BCB3-22359C3CAC8F}" type="presParOf" srcId="{C2886F81-F3D2-4952-9D10-1B7E09DA1194}" destId="{61DDA036-930C-4EE6-85BF-97B1DD9849CD}" srcOrd="1" destOrd="0" presId="urn:microsoft.com/office/officeart/2018/2/layout/IconCircleList"/>
    <dgm:cxn modelId="{95F255B9-EE82-4D03-B226-A8C55EE50E10}" type="presParOf" srcId="{C2886F81-F3D2-4952-9D10-1B7E09DA1194}" destId="{E85F651F-3673-491D-A83A-2EE584CF65C5}" srcOrd="2" destOrd="0" presId="urn:microsoft.com/office/officeart/2018/2/layout/IconCircleList"/>
    <dgm:cxn modelId="{52264D3D-3F23-4FDD-8D04-2492000C0BCE}" type="presParOf" srcId="{C2886F81-F3D2-4952-9D10-1B7E09DA1194}" destId="{7BD11966-AC52-461A-9479-BC7C91FC08C4}" srcOrd="3" destOrd="0" presId="urn:microsoft.com/office/officeart/2018/2/layout/IconCircleList"/>
    <dgm:cxn modelId="{8194F440-DFC4-4D11-AD12-4D8B7E400BEC}" type="presParOf" srcId="{93ADA12E-A575-4FED-9349-604C0E466755}" destId="{747D6A90-7608-4407-812D-7CC95689A8BC}" srcOrd="5" destOrd="0" presId="urn:microsoft.com/office/officeart/2018/2/layout/IconCircleList"/>
    <dgm:cxn modelId="{768ECD9D-0D6F-44BD-8A1E-1DB921E9DE15}" type="presParOf" srcId="{93ADA12E-A575-4FED-9349-604C0E466755}" destId="{7DD6A154-E5B3-4B77-BAF6-E055AF46E55F}" srcOrd="6" destOrd="0" presId="urn:microsoft.com/office/officeart/2018/2/layout/IconCircleList"/>
    <dgm:cxn modelId="{A9C32C8C-D330-43F0-A392-7478F9340BA6}" type="presParOf" srcId="{7DD6A154-E5B3-4B77-BAF6-E055AF46E55F}" destId="{B368D902-FD1A-409E-A08D-E63CF7B1CCE3}" srcOrd="0" destOrd="0" presId="urn:microsoft.com/office/officeart/2018/2/layout/IconCircleList"/>
    <dgm:cxn modelId="{824BDF6A-6190-4EAF-B05C-D2419EF553B5}" type="presParOf" srcId="{7DD6A154-E5B3-4B77-BAF6-E055AF46E55F}" destId="{2CBF2E1C-4ADE-4528-8C46-DE96F18D69E6}" srcOrd="1" destOrd="0" presId="urn:microsoft.com/office/officeart/2018/2/layout/IconCircleList"/>
    <dgm:cxn modelId="{F3393537-1659-4759-BFAE-2799A5379DFD}" type="presParOf" srcId="{7DD6A154-E5B3-4B77-BAF6-E055AF46E55F}" destId="{7EA6589A-9E07-40D6-84A2-E0D24828F760}" srcOrd="2" destOrd="0" presId="urn:microsoft.com/office/officeart/2018/2/layout/IconCircleList"/>
    <dgm:cxn modelId="{AE19F830-D239-4DBA-98E9-918A0BC895D9}" type="presParOf" srcId="{7DD6A154-E5B3-4B77-BAF6-E055AF46E55F}" destId="{2E819F8A-97F3-4704-8B8A-C1843F71059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38C90-4947-4DDA-B5CB-6799EDCD9DF3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20E9F-3207-446E-9D0B-4BD76FDABEBF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303EB-AEEE-4B8E-BF97-59F2D9DEBD20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process of extracting and discovering patterns in large data sets </a:t>
          </a:r>
        </a:p>
      </dsp:txBody>
      <dsp:txXfrm>
        <a:off x="75768" y="3053169"/>
        <a:ext cx="3093750" cy="720000"/>
      </dsp:txXfrm>
    </dsp:sp>
    <dsp:sp modelId="{9CAF8A8B-3836-4070-9DAF-4D98BC56E9E7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79AFB-2C66-458C-9053-9A17ABE2015E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CDCBF-84A2-43E8-B21E-668E5154312A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goal is the extraction of patterns and knowledge from large amounts of data, not the extraction(mining) of data itself</a:t>
          </a:r>
        </a:p>
      </dsp:txBody>
      <dsp:txXfrm>
        <a:off x="3710925" y="3053169"/>
        <a:ext cx="3093750" cy="720000"/>
      </dsp:txXfrm>
    </dsp:sp>
    <dsp:sp modelId="{EE8CF65C-60EC-46EF-B313-9F064AD7698D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A7DF0-203B-4560-B91C-9F3631F8C292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7FFFF-9767-4732-893A-47BC2EF9BEAF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to enable better decision-making or a better understanding of the world around us</a:t>
          </a:r>
        </a:p>
      </dsp:txBody>
      <dsp:txXfrm>
        <a:off x="7346081" y="3053169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7A3E7-DFD5-4085-9CC5-5A21534DF0AB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C36E7-0C73-4584-81D8-0360CF55DE45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Association Rule Mining</a:t>
          </a:r>
        </a:p>
      </dsp:txBody>
      <dsp:txXfrm>
        <a:off x="569079" y="2427788"/>
        <a:ext cx="2072362" cy="720000"/>
      </dsp:txXfrm>
    </dsp:sp>
    <dsp:sp modelId="{E2B4F82F-F817-474D-A45D-648E82099F8F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69022-C448-4CC9-BD1B-BA5DFC1602D0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Classification</a:t>
          </a:r>
        </a:p>
      </dsp:txBody>
      <dsp:txXfrm>
        <a:off x="3004105" y="2427788"/>
        <a:ext cx="2072362" cy="720000"/>
      </dsp:txXfrm>
    </dsp:sp>
    <dsp:sp modelId="{F215200B-6CAC-4308-8AAA-58A8D82F41BA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A4202-ED2E-4F1A-A6C9-2611750F8628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Clustering</a:t>
          </a:r>
        </a:p>
      </dsp:txBody>
      <dsp:txXfrm>
        <a:off x="5439131" y="2427788"/>
        <a:ext cx="2072362" cy="720000"/>
      </dsp:txXfrm>
    </dsp:sp>
    <dsp:sp modelId="{42B55A3C-DB12-44EB-BEC2-488C2B277A4A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7AC06-E674-4C09-B482-B6598A4828D8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Anomaly Detection</a:t>
          </a:r>
        </a:p>
      </dsp:txBody>
      <dsp:txXfrm>
        <a:off x="7874157" y="2427788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9F614-C2AF-4125-9CBF-7F7D10232714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09C10-17A1-40BE-89AB-A7D59E075B9E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 quality issues</a:t>
          </a:r>
        </a:p>
      </dsp:txBody>
      <dsp:txXfrm>
        <a:off x="417971" y="2644140"/>
        <a:ext cx="2889450" cy="720000"/>
      </dsp:txXfrm>
    </dsp:sp>
    <dsp:sp modelId="{7BCCAD0E-A84D-4869-B080-C21D04FA292B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DA74E-E2F7-400D-8F1E-280803DDCD85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Scalability issues</a:t>
          </a:r>
        </a:p>
      </dsp:txBody>
      <dsp:txXfrm>
        <a:off x="3813075" y="2644140"/>
        <a:ext cx="2889450" cy="720000"/>
      </dsp:txXfrm>
    </dsp:sp>
    <dsp:sp modelId="{361C0912-FBD8-4301-B273-954242DC39C6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5DF39-F5E7-4361-B4C8-A441B0A1DB88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Ethical considerations</a:t>
          </a:r>
        </a:p>
      </dsp:txBody>
      <dsp:txXfrm>
        <a:off x="7208178" y="2644140"/>
        <a:ext cx="28894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CA7F8-EB4E-4096-899F-29CB86F7F6A1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B2C13-A0FE-4B2B-8CFD-F396A083BC80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DCEA8-D3DC-4140-99B0-E5863A640873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Deep learning</a:t>
          </a:r>
        </a:p>
      </dsp:txBody>
      <dsp:txXfrm>
        <a:off x="1834517" y="469890"/>
        <a:ext cx="3148942" cy="1335915"/>
      </dsp:txXfrm>
    </dsp:sp>
    <dsp:sp modelId="{E39727E8-531F-4FA0-A2AB-151601D13DFB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028BE-F03E-4534-8DD2-C4C43802371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7CE03-94BE-4D91-BB39-BA779DBEF2A2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Big data analytics</a:t>
          </a:r>
        </a:p>
      </dsp:txBody>
      <dsp:txXfrm>
        <a:off x="7154322" y="469890"/>
        <a:ext cx="3148942" cy="1335915"/>
      </dsp:txXfrm>
    </dsp:sp>
    <dsp:sp modelId="{44833381-2CF4-41ED-809A-A21AB09282EB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DA036-930C-4EE6-85BF-97B1DD9849CD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11966-AC52-461A-9479-BC7C91FC08C4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Integration with IoT (Internet of Things)</a:t>
          </a:r>
        </a:p>
      </dsp:txBody>
      <dsp:txXfrm>
        <a:off x="1834517" y="2545532"/>
        <a:ext cx="3148942" cy="1335915"/>
      </dsp:txXfrm>
    </dsp:sp>
    <dsp:sp modelId="{B368D902-FD1A-409E-A08D-E63CF7B1CCE3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F2E1C-4ADE-4528-8C46-DE96F18D69E6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19F8A-97F3-4704-8B8A-C1843F71059B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Integration with Artificial Intelligence (AI)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9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43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9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1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2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72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9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93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1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0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9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1_A98DBE7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 descr="Top 11 Data Mining Techniques of 2022 | Just Total Tech">
            <a:extLst>
              <a:ext uri="{FF2B5EF4-FFF2-40B4-BE49-F238E27FC236}">
                <a16:creationId xmlns:a16="http://schemas.microsoft.com/office/drawing/2014/main" id="{945645D7-78E3-DD3A-F01A-1318BAB0C2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2049" b="6"/>
          <a:stretch/>
        </p:blipFill>
        <p:spPr>
          <a:xfrm>
            <a:off x="187388" y="182880"/>
            <a:ext cx="11824481" cy="6499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17158"/>
          </a:xfrm>
        </p:spPr>
        <p:txBody>
          <a:bodyPr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</a:rPr>
              <a:t>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Presenter: Ayush Tuladhar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Bsc. CSIT 1st Semester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5319-CDF1-9768-F0F9-A32EE3C9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2664BC-FD2B-2957-4C1F-E7513CA381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46388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7B18-911D-0F0D-1CEC-590EDD35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ea typeface="+mj-lt"/>
                <a:cs typeface="+mj-lt"/>
              </a:rPr>
              <a:t>Techniques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2B133E94-7310-DC7D-2E2E-7818036237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249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A2C80-2520-E971-C639-B585412B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0000"/>
                </a:solidFill>
                <a:ea typeface="+mj-lt"/>
                <a:cs typeface="+mj-lt"/>
              </a:rPr>
              <a:t>Applications</a:t>
            </a:r>
            <a:endParaRPr lang="en-US"/>
          </a:p>
        </p:txBody>
      </p:sp>
      <p:pic>
        <p:nvPicPr>
          <p:cNvPr id="4" name="Content Placeholder 3" descr="A diagram of data mining&#10;&#10;Description automatically generated">
            <a:extLst>
              <a:ext uri="{FF2B5EF4-FFF2-40B4-BE49-F238E27FC236}">
                <a16:creationId xmlns:a16="http://schemas.microsoft.com/office/drawing/2014/main" id="{5FE28260-055B-C7B8-E684-3003048CD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238" y="1627593"/>
            <a:ext cx="6053902" cy="4905553"/>
          </a:xfrm>
        </p:spPr>
      </p:pic>
    </p:spTree>
    <p:extLst>
      <p:ext uri="{BB962C8B-B14F-4D97-AF65-F5344CB8AC3E}">
        <p14:creationId xmlns:p14="http://schemas.microsoft.com/office/powerpoint/2010/main" val="133252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C5DE-4394-2C61-E875-461177E4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A03CFF0-DBB0-AF17-3699-D2671A9A48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944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29FF5-4CEF-B687-B73E-82E0BAAA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Trends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8983FC-73CA-DFF2-132B-03B087821A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544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C1634-F9C8-FD5B-05A0-8854973D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3A2E-9B27-70DE-2EE6-E05442290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unlocking valuable insights from data,  to make informed decisions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optimize processes, identify opportunities, mitigate risks, and innovate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continuous learning and exploration, encouraging  dive deeper into data analysis and experimentation to drive further innovation and decision-making improvements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2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9B80-DD98-70BA-3B94-D81BBD5D5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66D91-1048-FC31-27B7-CAF6819FA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31546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Data Mining</vt:lpstr>
      <vt:lpstr>Introduction</vt:lpstr>
      <vt:lpstr>Techniques</vt:lpstr>
      <vt:lpstr>Applications</vt:lpstr>
      <vt:lpstr>Challenges</vt:lpstr>
      <vt:lpstr>Future Trends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163</cp:revision>
  <dcterms:created xsi:type="dcterms:W3CDTF">2024-02-24T07:57:20Z</dcterms:created>
  <dcterms:modified xsi:type="dcterms:W3CDTF">2024-02-24T17:25:31Z</dcterms:modified>
</cp:coreProperties>
</file>