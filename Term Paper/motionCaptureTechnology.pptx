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2" r:id="rId2"/>
    <p:sldId id="256" r:id="rId3"/>
    <p:sldId id="266" r:id="rId4"/>
    <p:sldId id="258" r:id="rId5"/>
    <p:sldId id="259" r:id="rId6"/>
    <p:sldId id="267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7E3E15-1D0C-4CA9-A6B6-C9B52B79DC6E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63D2F1B-CCC2-44F1-B49B-113866EAA9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Technology that records motions of objects or people digitally</a:t>
          </a:r>
        </a:p>
      </dgm:t>
    </dgm:pt>
    <dgm:pt modelId="{39C95944-0AF7-4DCB-8C97-B25FD0EB5546}" type="parTrans" cxnId="{0BC33585-E34C-432F-925A-362E348B2564}">
      <dgm:prSet/>
      <dgm:spPr/>
      <dgm:t>
        <a:bodyPr/>
        <a:lstStyle/>
        <a:p>
          <a:endParaRPr lang="en-US"/>
        </a:p>
      </dgm:t>
    </dgm:pt>
    <dgm:pt modelId="{8F392DD4-3655-4CEC-A317-D77B81C87B26}" type="sibTrans" cxnId="{0BC33585-E34C-432F-925A-362E348B2564}">
      <dgm:prSet/>
      <dgm:spPr/>
      <dgm:t>
        <a:bodyPr/>
        <a:lstStyle/>
        <a:p>
          <a:endParaRPr lang="en-US"/>
        </a:p>
      </dgm:t>
    </dgm:pt>
    <dgm:pt modelId="{10E1D3E9-306E-4C31-B788-B72308139E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Provides realistic movement in animation, video games, and motion pictures</a:t>
          </a:r>
        </a:p>
      </dgm:t>
    </dgm:pt>
    <dgm:pt modelId="{60547FDB-6393-4CA5-91F9-57C321EF7C29}" type="parTrans" cxnId="{0FB2399B-39BA-4681-A51D-62C44D9CB0D9}">
      <dgm:prSet/>
      <dgm:spPr/>
      <dgm:t>
        <a:bodyPr/>
        <a:lstStyle/>
        <a:p>
          <a:endParaRPr lang="en-US"/>
        </a:p>
      </dgm:t>
    </dgm:pt>
    <dgm:pt modelId="{C9768A73-7E6C-4B1D-AED4-3251CE6E6BE7}" type="sibTrans" cxnId="{0FB2399B-39BA-4681-A51D-62C44D9CB0D9}">
      <dgm:prSet/>
      <dgm:spPr/>
      <dgm:t>
        <a:bodyPr/>
        <a:lstStyle/>
        <a:p>
          <a:endParaRPr lang="en-US"/>
        </a:p>
      </dgm:t>
    </dgm:pt>
    <dgm:pt modelId="{00EC12DB-9015-4EEC-A9B3-6E6108E5CC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Evolved over centuries through advancements in spatial measuring, photography, and computing</a:t>
          </a:r>
        </a:p>
      </dgm:t>
    </dgm:pt>
    <dgm:pt modelId="{737C370E-F3C2-4E6E-8880-FB9BFD30FAC2}" type="parTrans" cxnId="{CDFC38F1-2372-4C65-A6B4-89B04AE8CEDB}">
      <dgm:prSet/>
      <dgm:spPr/>
      <dgm:t>
        <a:bodyPr/>
        <a:lstStyle/>
        <a:p>
          <a:endParaRPr lang="en-US"/>
        </a:p>
      </dgm:t>
    </dgm:pt>
    <dgm:pt modelId="{7292D241-196F-4B39-A0E1-38A5612BB056}" type="sibTrans" cxnId="{CDFC38F1-2372-4C65-A6B4-89B04AE8CEDB}">
      <dgm:prSet/>
      <dgm:spPr/>
      <dgm:t>
        <a:bodyPr/>
        <a:lstStyle/>
        <a:p>
          <a:endParaRPr lang="en-US"/>
        </a:p>
      </dgm:t>
    </dgm:pt>
    <dgm:pt modelId="{8DF70F92-BDBB-4604-893D-CFF3593D8655}" type="pres">
      <dgm:prSet presAssocID="{0B7E3E15-1D0C-4CA9-A6B6-C9B52B79DC6E}" presName="root" presStyleCnt="0">
        <dgm:presLayoutVars>
          <dgm:dir/>
          <dgm:resizeHandles val="exact"/>
        </dgm:presLayoutVars>
      </dgm:prSet>
      <dgm:spPr/>
    </dgm:pt>
    <dgm:pt modelId="{95258B3D-46AA-4D74-92B1-FBCF3C93023A}" type="pres">
      <dgm:prSet presAssocID="{F63D2F1B-CCC2-44F1-B49B-113866EAA9F3}" presName="compNode" presStyleCnt="0"/>
      <dgm:spPr/>
    </dgm:pt>
    <dgm:pt modelId="{3A83039E-988B-4DDE-B876-49E17CB8DD2B}" type="pres">
      <dgm:prSet presAssocID="{F63D2F1B-CCC2-44F1-B49B-113866EAA9F3}" presName="bgRect" presStyleLbl="bgShp" presStyleIdx="0" presStyleCnt="3"/>
      <dgm:spPr/>
    </dgm:pt>
    <dgm:pt modelId="{159F3FF1-BC7B-49CC-BF2A-B789C22B623A}" type="pres">
      <dgm:prSet presAssocID="{F63D2F1B-CCC2-44F1-B49B-113866EAA9F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deo camera with solid fill"/>
        </a:ext>
      </dgm:extLst>
    </dgm:pt>
    <dgm:pt modelId="{EA3DE8C7-6E5F-4FFC-B385-B2BBCBC312A1}" type="pres">
      <dgm:prSet presAssocID="{F63D2F1B-CCC2-44F1-B49B-113866EAA9F3}" presName="spaceRect" presStyleCnt="0"/>
      <dgm:spPr/>
    </dgm:pt>
    <dgm:pt modelId="{1909D17D-B3D0-43A1-A619-702027756BE6}" type="pres">
      <dgm:prSet presAssocID="{F63D2F1B-CCC2-44F1-B49B-113866EAA9F3}" presName="parTx" presStyleLbl="revTx" presStyleIdx="0" presStyleCnt="3">
        <dgm:presLayoutVars>
          <dgm:chMax val="0"/>
          <dgm:chPref val="0"/>
        </dgm:presLayoutVars>
      </dgm:prSet>
      <dgm:spPr/>
    </dgm:pt>
    <dgm:pt modelId="{075987B3-7B76-43A7-B4A2-9AB259EF343E}" type="pres">
      <dgm:prSet presAssocID="{8F392DD4-3655-4CEC-A317-D77B81C87B26}" presName="sibTrans" presStyleCnt="0"/>
      <dgm:spPr/>
    </dgm:pt>
    <dgm:pt modelId="{A604D142-C03C-47EC-A052-3393DBAF83C2}" type="pres">
      <dgm:prSet presAssocID="{10E1D3E9-306E-4C31-B788-B72308139EFD}" presName="compNode" presStyleCnt="0"/>
      <dgm:spPr/>
    </dgm:pt>
    <dgm:pt modelId="{85A1FB23-9601-409C-80B8-7D3BBF3470FA}" type="pres">
      <dgm:prSet presAssocID="{10E1D3E9-306E-4C31-B788-B72308139EFD}" presName="bgRect" presStyleLbl="bgShp" presStyleIdx="1" presStyleCnt="3"/>
      <dgm:spPr/>
    </dgm:pt>
    <dgm:pt modelId="{127A0BD8-0B49-4527-BA6F-47E4A81AD476}" type="pres">
      <dgm:prSet presAssocID="{10E1D3E9-306E-4C31-B788-B72308139EF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 with solid fill"/>
        </a:ext>
      </dgm:extLst>
    </dgm:pt>
    <dgm:pt modelId="{42FA3FC8-40C6-455F-B599-FDD299E64CBA}" type="pres">
      <dgm:prSet presAssocID="{10E1D3E9-306E-4C31-B788-B72308139EFD}" presName="spaceRect" presStyleCnt="0"/>
      <dgm:spPr/>
    </dgm:pt>
    <dgm:pt modelId="{BBA86242-33E3-4FEB-A35A-D31CA1396D04}" type="pres">
      <dgm:prSet presAssocID="{10E1D3E9-306E-4C31-B788-B72308139EFD}" presName="parTx" presStyleLbl="revTx" presStyleIdx="1" presStyleCnt="3">
        <dgm:presLayoutVars>
          <dgm:chMax val="0"/>
          <dgm:chPref val="0"/>
        </dgm:presLayoutVars>
      </dgm:prSet>
      <dgm:spPr/>
    </dgm:pt>
    <dgm:pt modelId="{BC08D694-1785-4072-ABE0-7479C55ED07F}" type="pres">
      <dgm:prSet presAssocID="{C9768A73-7E6C-4B1D-AED4-3251CE6E6BE7}" presName="sibTrans" presStyleCnt="0"/>
      <dgm:spPr/>
    </dgm:pt>
    <dgm:pt modelId="{A761348D-F953-4A38-A991-9C13AF735116}" type="pres">
      <dgm:prSet presAssocID="{00EC12DB-9015-4EEC-A9B3-6E6108E5CCA9}" presName="compNode" presStyleCnt="0"/>
      <dgm:spPr/>
    </dgm:pt>
    <dgm:pt modelId="{999DBEDB-CD82-43CD-85C3-CE845BA628C1}" type="pres">
      <dgm:prSet presAssocID="{00EC12DB-9015-4EEC-A9B3-6E6108E5CCA9}" presName="bgRect" presStyleLbl="bgShp" presStyleIdx="2" presStyleCnt="3"/>
      <dgm:spPr/>
    </dgm:pt>
    <dgm:pt modelId="{2FA4571B-1B47-4B69-850D-DBC74DF36CA0}" type="pres">
      <dgm:prSet presAssocID="{00EC12DB-9015-4EEC-A9B3-6E6108E5CCA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ular flowchart with solid fill"/>
        </a:ext>
      </dgm:extLst>
    </dgm:pt>
    <dgm:pt modelId="{A1C21600-5E7F-406C-B639-3641C7BF615B}" type="pres">
      <dgm:prSet presAssocID="{00EC12DB-9015-4EEC-A9B3-6E6108E5CCA9}" presName="spaceRect" presStyleCnt="0"/>
      <dgm:spPr/>
    </dgm:pt>
    <dgm:pt modelId="{DE241970-B7BB-4720-B90F-5B03B3A2C858}" type="pres">
      <dgm:prSet presAssocID="{00EC12DB-9015-4EEC-A9B3-6E6108E5CCA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61BB510-BA5D-4214-B0BD-470469550DEF}" type="presOf" srcId="{F63D2F1B-CCC2-44F1-B49B-113866EAA9F3}" destId="{1909D17D-B3D0-43A1-A619-702027756BE6}" srcOrd="0" destOrd="0" presId="urn:microsoft.com/office/officeart/2018/2/layout/IconVerticalSolidList"/>
    <dgm:cxn modelId="{7BF53B2A-1B65-4731-B472-51EE0C4F4633}" type="presOf" srcId="{0B7E3E15-1D0C-4CA9-A6B6-C9B52B79DC6E}" destId="{8DF70F92-BDBB-4604-893D-CFF3593D8655}" srcOrd="0" destOrd="0" presId="urn:microsoft.com/office/officeart/2018/2/layout/IconVerticalSolidList"/>
    <dgm:cxn modelId="{BCCA3963-E953-4DA6-AAFF-7F5C6745A15E}" type="presOf" srcId="{10E1D3E9-306E-4C31-B788-B72308139EFD}" destId="{BBA86242-33E3-4FEB-A35A-D31CA1396D04}" srcOrd="0" destOrd="0" presId="urn:microsoft.com/office/officeart/2018/2/layout/IconVerticalSolidList"/>
    <dgm:cxn modelId="{0BC33585-E34C-432F-925A-362E348B2564}" srcId="{0B7E3E15-1D0C-4CA9-A6B6-C9B52B79DC6E}" destId="{F63D2F1B-CCC2-44F1-B49B-113866EAA9F3}" srcOrd="0" destOrd="0" parTransId="{39C95944-0AF7-4DCB-8C97-B25FD0EB5546}" sibTransId="{8F392DD4-3655-4CEC-A317-D77B81C87B26}"/>
    <dgm:cxn modelId="{0FB2399B-39BA-4681-A51D-62C44D9CB0D9}" srcId="{0B7E3E15-1D0C-4CA9-A6B6-C9B52B79DC6E}" destId="{10E1D3E9-306E-4C31-B788-B72308139EFD}" srcOrd="1" destOrd="0" parTransId="{60547FDB-6393-4CA5-91F9-57C321EF7C29}" sibTransId="{C9768A73-7E6C-4B1D-AED4-3251CE6E6BE7}"/>
    <dgm:cxn modelId="{9B1147DD-BDB4-4F5D-A565-91227F46B277}" type="presOf" srcId="{00EC12DB-9015-4EEC-A9B3-6E6108E5CCA9}" destId="{DE241970-B7BB-4720-B90F-5B03B3A2C858}" srcOrd="0" destOrd="0" presId="urn:microsoft.com/office/officeart/2018/2/layout/IconVerticalSolidList"/>
    <dgm:cxn modelId="{CDFC38F1-2372-4C65-A6B4-89B04AE8CEDB}" srcId="{0B7E3E15-1D0C-4CA9-A6B6-C9B52B79DC6E}" destId="{00EC12DB-9015-4EEC-A9B3-6E6108E5CCA9}" srcOrd="2" destOrd="0" parTransId="{737C370E-F3C2-4E6E-8880-FB9BFD30FAC2}" sibTransId="{7292D241-196F-4B39-A0E1-38A5612BB056}"/>
    <dgm:cxn modelId="{C4CBD357-9C09-4018-B8D3-D42839E71ED4}" type="presParOf" srcId="{8DF70F92-BDBB-4604-893D-CFF3593D8655}" destId="{95258B3D-46AA-4D74-92B1-FBCF3C93023A}" srcOrd="0" destOrd="0" presId="urn:microsoft.com/office/officeart/2018/2/layout/IconVerticalSolidList"/>
    <dgm:cxn modelId="{475C282F-3983-4736-8028-C3D469D94686}" type="presParOf" srcId="{95258B3D-46AA-4D74-92B1-FBCF3C93023A}" destId="{3A83039E-988B-4DDE-B876-49E17CB8DD2B}" srcOrd="0" destOrd="0" presId="urn:microsoft.com/office/officeart/2018/2/layout/IconVerticalSolidList"/>
    <dgm:cxn modelId="{AF7F631C-0897-4396-AC81-16C0EFEB69CC}" type="presParOf" srcId="{95258B3D-46AA-4D74-92B1-FBCF3C93023A}" destId="{159F3FF1-BC7B-49CC-BF2A-B789C22B623A}" srcOrd="1" destOrd="0" presId="urn:microsoft.com/office/officeart/2018/2/layout/IconVerticalSolidList"/>
    <dgm:cxn modelId="{C7DA21B3-3C8A-45EB-BB94-6FC225420C3E}" type="presParOf" srcId="{95258B3D-46AA-4D74-92B1-FBCF3C93023A}" destId="{EA3DE8C7-6E5F-4FFC-B385-B2BBCBC312A1}" srcOrd="2" destOrd="0" presId="urn:microsoft.com/office/officeart/2018/2/layout/IconVerticalSolidList"/>
    <dgm:cxn modelId="{9D4D9108-5296-4E6A-BF82-2357E445A932}" type="presParOf" srcId="{95258B3D-46AA-4D74-92B1-FBCF3C93023A}" destId="{1909D17D-B3D0-43A1-A619-702027756BE6}" srcOrd="3" destOrd="0" presId="urn:microsoft.com/office/officeart/2018/2/layout/IconVerticalSolidList"/>
    <dgm:cxn modelId="{5D510E78-3033-4043-A064-014771B47398}" type="presParOf" srcId="{8DF70F92-BDBB-4604-893D-CFF3593D8655}" destId="{075987B3-7B76-43A7-B4A2-9AB259EF343E}" srcOrd="1" destOrd="0" presId="urn:microsoft.com/office/officeart/2018/2/layout/IconVerticalSolidList"/>
    <dgm:cxn modelId="{A39CE364-BAA3-4C96-BCDC-00E6BB1A8535}" type="presParOf" srcId="{8DF70F92-BDBB-4604-893D-CFF3593D8655}" destId="{A604D142-C03C-47EC-A052-3393DBAF83C2}" srcOrd="2" destOrd="0" presId="urn:microsoft.com/office/officeart/2018/2/layout/IconVerticalSolidList"/>
    <dgm:cxn modelId="{0B63187C-EDF7-4161-9351-A5771D836B1D}" type="presParOf" srcId="{A604D142-C03C-47EC-A052-3393DBAF83C2}" destId="{85A1FB23-9601-409C-80B8-7D3BBF3470FA}" srcOrd="0" destOrd="0" presId="urn:microsoft.com/office/officeart/2018/2/layout/IconVerticalSolidList"/>
    <dgm:cxn modelId="{82773269-4018-4EF6-9FEB-D09AA577D681}" type="presParOf" srcId="{A604D142-C03C-47EC-A052-3393DBAF83C2}" destId="{127A0BD8-0B49-4527-BA6F-47E4A81AD476}" srcOrd="1" destOrd="0" presId="urn:microsoft.com/office/officeart/2018/2/layout/IconVerticalSolidList"/>
    <dgm:cxn modelId="{1ED14168-87B5-4002-920D-DAC01EFA5209}" type="presParOf" srcId="{A604D142-C03C-47EC-A052-3393DBAF83C2}" destId="{42FA3FC8-40C6-455F-B599-FDD299E64CBA}" srcOrd="2" destOrd="0" presId="urn:microsoft.com/office/officeart/2018/2/layout/IconVerticalSolidList"/>
    <dgm:cxn modelId="{EA89E1F6-3089-45FD-BB11-4ABF3B3AFD5B}" type="presParOf" srcId="{A604D142-C03C-47EC-A052-3393DBAF83C2}" destId="{BBA86242-33E3-4FEB-A35A-D31CA1396D04}" srcOrd="3" destOrd="0" presId="urn:microsoft.com/office/officeart/2018/2/layout/IconVerticalSolidList"/>
    <dgm:cxn modelId="{034726C3-3DB3-4FE5-BF49-C03C68D66C08}" type="presParOf" srcId="{8DF70F92-BDBB-4604-893D-CFF3593D8655}" destId="{BC08D694-1785-4072-ABE0-7479C55ED07F}" srcOrd="3" destOrd="0" presId="urn:microsoft.com/office/officeart/2018/2/layout/IconVerticalSolidList"/>
    <dgm:cxn modelId="{AFA0599C-AB6E-4032-BBDC-C287F9F8D9E1}" type="presParOf" srcId="{8DF70F92-BDBB-4604-893D-CFF3593D8655}" destId="{A761348D-F953-4A38-A991-9C13AF735116}" srcOrd="4" destOrd="0" presId="urn:microsoft.com/office/officeart/2018/2/layout/IconVerticalSolidList"/>
    <dgm:cxn modelId="{869594C8-351B-4FCB-8DE3-ADEF757BA4E2}" type="presParOf" srcId="{A761348D-F953-4A38-A991-9C13AF735116}" destId="{999DBEDB-CD82-43CD-85C3-CE845BA628C1}" srcOrd="0" destOrd="0" presId="urn:microsoft.com/office/officeart/2018/2/layout/IconVerticalSolidList"/>
    <dgm:cxn modelId="{A39E7D2E-3BC4-44ED-AB28-F4418323EB13}" type="presParOf" srcId="{A761348D-F953-4A38-A991-9C13AF735116}" destId="{2FA4571B-1B47-4B69-850D-DBC74DF36CA0}" srcOrd="1" destOrd="0" presId="urn:microsoft.com/office/officeart/2018/2/layout/IconVerticalSolidList"/>
    <dgm:cxn modelId="{AAA4C518-6B5C-4126-9A7B-86CE62797194}" type="presParOf" srcId="{A761348D-F953-4A38-A991-9C13AF735116}" destId="{A1C21600-5E7F-406C-B639-3641C7BF615B}" srcOrd="2" destOrd="0" presId="urn:microsoft.com/office/officeart/2018/2/layout/IconVerticalSolidList"/>
    <dgm:cxn modelId="{C8F7BF02-40C3-46C0-B746-EA49EBB1B27D}" type="presParOf" srcId="{A761348D-F953-4A38-A991-9C13AF735116}" destId="{DE241970-B7BB-4720-B90F-5B03B3A2C85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1990DD-846A-4A81-98AB-1057A7005978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9AE9C0-7025-4EB8-A3FA-0BDCFB89CB7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Video games</a:t>
          </a:r>
        </a:p>
      </dgm:t>
    </dgm:pt>
    <dgm:pt modelId="{1EF41AA1-346D-430A-9701-F4FF42239868}" type="parTrans" cxnId="{8D9F32F7-8527-464F-AE82-E87DEA4EE09D}">
      <dgm:prSet/>
      <dgm:spPr/>
      <dgm:t>
        <a:bodyPr/>
        <a:lstStyle/>
        <a:p>
          <a:endParaRPr lang="en-US"/>
        </a:p>
      </dgm:t>
    </dgm:pt>
    <dgm:pt modelId="{70CD6F80-48CE-4C76-8C9B-D64EE0B8892D}" type="sibTrans" cxnId="{8D9F32F7-8527-464F-AE82-E87DEA4EE09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0C2ED2E-3552-4FDD-B78B-2ABE01A6150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Movies</a:t>
          </a:r>
        </a:p>
      </dgm:t>
    </dgm:pt>
    <dgm:pt modelId="{3614FB84-397F-4396-A390-3DA6368955EB}" type="parTrans" cxnId="{4CC4F916-7D47-4E14-BF3C-A729FC478B7D}">
      <dgm:prSet/>
      <dgm:spPr/>
      <dgm:t>
        <a:bodyPr/>
        <a:lstStyle/>
        <a:p>
          <a:endParaRPr lang="en-US"/>
        </a:p>
      </dgm:t>
    </dgm:pt>
    <dgm:pt modelId="{901CEBF7-392B-4A02-B004-821C5678F7CE}" type="sibTrans" cxnId="{4CC4F916-7D47-4E14-BF3C-A729FC478B7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C426E8C-BD31-4E88-B351-2D2FDBAF277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Robotics</a:t>
          </a:r>
        </a:p>
      </dgm:t>
    </dgm:pt>
    <dgm:pt modelId="{E716A0BA-C6B6-4866-AEBA-D9A6C03ED382}" type="parTrans" cxnId="{7D515241-2F8D-4EC7-B543-6B8953268964}">
      <dgm:prSet/>
      <dgm:spPr/>
      <dgm:t>
        <a:bodyPr/>
        <a:lstStyle/>
        <a:p>
          <a:endParaRPr lang="en-US"/>
        </a:p>
      </dgm:t>
    </dgm:pt>
    <dgm:pt modelId="{A8FE39DF-901A-408D-8926-CA9B6E770FFE}" type="sibTrans" cxnId="{7D515241-2F8D-4EC7-B543-6B895326896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3E9B7CC-EDFC-4126-ADD8-81BE562D328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Medicine</a:t>
          </a:r>
        </a:p>
      </dgm:t>
    </dgm:pt>
    <dgm:pt modelId="{85683291-3546-41C8-AFE0-0ADA58F23EBD}" type="parTrans" cxnId="{9556C70C-E8EB-459C-838B-B3827D9617C7}">
      <dgm:prSet/>
      <dgm:spPr/>
      <dgm:t>
        <a:bodyPr/>
        <a:lstStyle/>
        <a:p>
          <a:endParaRPr lang="en-US"/>
        </a:p>
      </dgm:t>
    </dgm:pt>
    <dgm:pt modelId="{DC1C5213-F56F-443C-A6B5-A2A7221D4CF1}" type="sibTrans" cxnId="{9556C70C-E8EB-459C-838B-B3827D9617C7}">
      <dgm:prSet/>
      <dgm:spPr/>
      <dgm:t>
        <a:bodyPr/>
        <a:lstStyle/>
        <a:p>
          <a:endParaRPr lang="en-US"/>
        </a:p>
      </dgm:t>
    </dgm:pt>
    <dgm:pt modelId="{21067DC4-61F7-4C0F-8610-705D70F069FA}" type="pres">
      <dgm:prSet presAssocID="{B31990DD-846A-4A81-98AB-1057A7005978}" presName="root" presStyleCnt="0">
        <dgm:presLayoutVars>
          <dgm:dir/>
          <dgm:resizeHandles val="exact"/>
        </dgm:presLayoutVars>
      </dgm:prSet>
      <dgm:spPr/>
    </dgm:pt>
    <dgm:pt modelId="{CC0B3EA2-37DB-4F0B-A888-705E8ED95C04}" type="pres">
      <dgm:prSet presAssocID="{CC9AE9C0-7025-4EB8-A3FA-0BDCFB89CB74}" presName="compNode" presStyleCnt="0"/>
      <dgm:spPr/>
    </dgm:pt>
    <dgm:pt modelId="{04A92D04-F1B8-44E4-8687-1BDBBCCF8729}" type="pres">
      <dgm:prSet presAssocID="{CC9AE9C0-7025-4EB8-A3FA-0BDCFB89CB74}" presName="iconBgRect" presStyleLbl="bgShp" presStyleIdx="0" presStyleCnt="4"/>
      <dgm:spPr/>
    </dgm:pt>
    <dgm:pt modelId="{DF40105C-3BF7-480F-A499-505C0551CA31}" type="pres">
      <dgm:prSet presAssocID="{CC9AE9C0-7025-4EB8-A3FA-0BDCFB89CB7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4C21BB3A-CCAB-4413-87F8-F619813D6A75}" type="pres">
      <dgm:prSet presAssocID="{CC9AE9C0-7025-4EB8-A3FA-0BDCFB89CB74}" presName="spaceRect" presStyleCnt="0"/>
      <dgm:spPr/>
    </dgm:pt>
    <dgm:pt modelId="{B7E5C09E-B922-4993-963B-CD44F29FC064}" type="pres">
      <dgm:prSet presAssocID="{CC9AE9C0-7025-4EB8-A3FA-0BDCFB89CB74}" presName="textRect" presStyleLbl="revTx" presStyleIdx="0" presStyleCnt="4" custLinFactNeighborX="-12298" custLinFactNeighborY="51077">
        <dgm:presLayoutVars>
          <dgm:chMax val="1"/>
          <dgm:chPref val="1"/>
        </dgm:presLayoutVars>
      </dgm:prSet>
      <dgm:spPr/>
    </dgm:pt>
    <dgm:pt modelId="{D047BF2A-2A6B-4353-91F7-1583CD2CBB95}" type="pres">
      <dgm:prSet presAssocID="{70CD6F80-48CE-4C76-8C9B-D64EE0B8892D}" presName="sibTrans" presStyleCnt="0"/>
      <dgm:spPr/>
    </dgm:pt>
    <dgm:pt modelId="{EB846000-D7DE-4156-9C75-5F38295367B1}" type="pres">
      <dgm:prSet presAssocID="{20C2ED2E-3552-4FDD-B78B-2ABE01A61505}" presName="compNode" presStyleCnt="0"/>
      <dgm:spPr/>
    </dgm:pt>
    <dgm:pt modelId="{073A8742-063A-498F-9B62-39282B9FDDEC}" type="pres">
      <dgm:prSet presAssocID="{20C2ED2E-3552-4FDD-B78B-2ABE01A61505}" presName="iconBgRect" presStyleLbl="bgShp" presStyleIdx="1" presStyleCnt="4"/>
      <dgm:spPr/>
    </dgm:pt>
    <dgm:pt modelId="{4049FB6F-6955-4DCB-B0FC-358BCFC78741}" type="pres">
      <dgm:prSet presAssocID="{20C2ED2E-3552-4FDD-B78B-2ABE01A6150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108AB836-7C8C-4D3C-9AE4-34396A12D692}" type="pres">
      <dgm:prSet presAssocID="{20C2ED2E-3552-4FDD-B78B-2ABE01A61505}" presName="spaceRect" presStyleCnt="0"/>
      <dgm:spPr/>
    </dgm:pt>
    <dgm:pt modelId="{56DED8D5-95BF-44C6-B903-2FCFF8EB6938}" type="pres">
      <dgm:prSet presAssocID="{20C2ED2E-3552-4FDD-B78B-2ABE01A61505}" presName="textRect" presStyleLbl="revTx" presStyleIdx="1" presStyleCnt="4" custLinFactNeighborX="-4137" custLinFactNeighborY="50320">
        <dgm:presLayoutVars>
          <dgm:chMax val="1"/>
          <dgm:chPref val="1"/>
        </dgm:presLayoutVars>
      </dgm:prSet>
      <dgm:spPr/>
    </dgm:pt>
    <dgm:pt modelId="{39AB5391-F641-4C9E-9649-379DBFDFFDFB}" type="pres">
      <dgm:prSet presAssocID="{901CEBF7-392B-4A02-B004-821C5678F7CE}" presName="sibTrans" presStyleCnt="0"/>
      <dgm:spPr/>
    </dgm:pt>
    <dgm:pt modelId="{91372C6E-C246-4C41-A174-7108D58705E4}" type="pres">
      <dgm:prSet presAssocID="{6C426E8C-BD31-4E88-B351-2D2FDBAF2777}" presName="compNode" presStyleCnt="0"/>
      <dgm:spPr/>
    </dgm:pt>
    <dgm:pt modelId="{57DC8613-CF82-4BC1-955A-03821C5F9493}" type="pres">
      <dgm:prSet presAssocID="{6C426E8C-BD31-4E88-B351-2D2FDBAF2777}" presName="iconBgRect" presStyleLbl="bgShp" presStyleIdx="2" presStyleCnt="4"/>
      <dgm:spPr/>
    </dgm:pt>
    <dgm:pt modelId="{62011404-F8E2-4367-8A05-6F0B2CE15359}" type="pres">
      <dgm:prSet presAssocID="{6C426E8C-BD31-4E88-B351-2D2FDBAF277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EF53ADC-328E-4590-9A03-94DC46367C7C}" type="pres">
      <dgm:prSet presAssocID="{6C426E8C-BD31-4E88-B351-2D2FDBAF2777}" presName="spaceRect" presStyleCnt="0"/>
      <dgm:spPr/>
    </dgm:pt>
    <dgm:pt modelId="{4032482E-0085-4761-B648-D34376871ED3}" type="pres">
      <dgm:prSet presAssocID="{6C426E8C-BD31-4E88-B351-2D2FDBAF2777}" presName="textRect" presStyleLbl="revTx" presStyleIdx="2" presStyleCnt="4" custLinFactNeighborX="5481" custLinFactNeighborY="52535">
        <dgm:presLayoutVars>
          <dgm:chMax val="1"/>
          <dgm:chPref val="1"/>
        </dgm:presLayoutVars>
      </dgm:prSet>
      <dgm:spPr/>
    </dgm:pt>
    <dgm:pt modelId="{950F6E6F-28B4-416C-8783-8B2E40CA271A}" type="pres">
      <dgm:prSet presAssocID="{A8FE39DF-901A-408D-8926-CA9B6E770FFE}" presName="sibTrans" presStyleCnt="0"/>
      <dgm:spPr/>
    </dgm:pt>
    <dgm:pt modelId="{C8196750-B90A-4E5D-AF06-846C8C44E504}" type="pres">
      <dgm:prSet presAssocID="{83E9B7CC-EDFC-4126-ADD8-81BE562D3286}" presName="compNode" presStyleCnt="0"/>
      <dgm:spPr/>
    </dgm:pt>
    <dgm:pt modelId="{AB5BB269-922E-4C78-8A86-0A429B6E6BC0}" type="pres">
      <dgm:prSet presAssocID="{83E9B7CC-EDFC-4126-ADD8-81BE562D3286}" presName="iconBgRect" presStyleLbl="bgShp" presStyleIdx="3" presStyleCnt="4"/>
      <dgm:spPr/>
    </dgm:pt>
    <dgm:pt modelId="{C0D05778-F7D8-4E73-9721-FF6F1197D3EC}" type="pres">
      <dgm:prSet presAssocID="{83E9B7CC-EDFC-4126-ADD8-81BE562D328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D1062A25-C333-4518-8ED9-05B8DFA3168F}" type="pres">
      <dgm:prSet presAssocID="{83E9B7CC-EDFC-4126-ADD8-81BE562D3286}" presName="spaceRect" presStyleCnt="0"/>
      <dgm:spPr/>
    </dgm:pt>
    <dgm:pt modelId="{F275776E-7C9C-4429-91A7-216495A144BA}" type="pres">
      <dgm:prSet presAssocID="{83E9B7CC-EDFC-4126-ADD8-81BE562D3286}" presName="textRect" presStyleLbl="revTx" presStyleIdx="3" presStyleCnt="4" custLinFactNeighborX="30092" custLinFactNeighborY="52535">
        <dgm:presLayoutVars>
          <dgm:chMax val="1"/>
          <dgm:chPref val="1"/>
        </dgm:presLayoutVars>
      </dgm:prSet>
      <dgm:spPr/>
    </dgm:pt>
  </dgm:ptLst>
  <dgm:cxnLst>
    <dgm:cxn modelId="{9556C70C-E8EB-459C-838B-B3827D9617C7}" srcId="{B31990DD-846A-4A81-98AB-1057A7005978}" destId="{83E9B7CC-EDFC-4126-ADD8-81BE562D3286}" srcOrd="3" destOrd="0" parTransId="{85683291-3546-41C8-AFE0-0ADA58F23EBD}" sibTransId="{DC1C5213-F56F-443C-A6B5-A2A7221D4CF1}"/>
    <dgm:cxn modelId="{4CC4F916-7D47-4E14-BF3C-A729FC478B7D}" srcId="{B31990DD-846A-4A81-98AB-1057A7005978}" destId="{20C2ED2E-3552-4FDD-B78B-2ABE01A61505}" srcOrd="1" destOrd="0" parTransId="{3614FB84-397F-4396-A390-3DA6368955EB}" sibTransId="{901CEBF7-392B-4A02-B004-821C5678F7CE}"/>
    <dgm:cxn modelId="{54017726-E834-4693-AD22-4CF1EBF8A744}" type="presOf" srcId="{CC9AE9C0-7025-4EB8-A3FA-0BDCFB89CB74}" destId="{B7E5C09E-B922-4993-963B-CD44F29FC064}" srcOrd="0" destOrd="0" presId="urn:microsoft.com/office/officeart/2018/5/layout/IconCircleLabelList"/>
    <dgm:cxn modelId="{C2FCF837-8A88-49F8-A600-C4DBA4E68C3B}" type="presOf" srcId="{B31990DD-846A-4A81-98AB-1057A7005978}" destId="{21067DC4-61F7-4C0F-8610-705D70F069FA}" srcOrd="0" destOrd="0" presId="urn:microsoft.com/office/officeart/2018/5/layout/IconCircleLabelList"/>
    <dgm:cxn modelId="{7D515241-2F8D-4EC7-B543-6B8953268964}" srcId="{B31990DD-846A-4A81-98AB-1057A7005978}" destId="{6C426E8C-BD31-4E88-B351-2D2FDBAF2777}" srcOrd="2" destOrd="0" parTransId="{E716A0BA-C6B6-4866-AEBA-D9A6C03ED382}" sibTransId="{A8FE39DF-901A-408D-8926-CA9B6E770FFE}"/>
    <dgm:cxn modelId="{B4BAB755-BA94-4D1D-841D-3847EDDE6965}" type="presOf" srcId="{6C426E8C-BD31-4E88-B351-2D2FDBAF2777}" destId="{4032482E-0085-4761-B648-D34376871ED3}" srcOrd="0" destOrd="0" presId="urn:microsoft.com/office/officeart/2018/5/layout/IconCircleLabelList"/>
    <dgm:cxn modelId="{29770BA5-F619-4E0C-A311-2507FE9FFAC8}" type="presOf" srcId="{20C2ED2E-3552-4FDD-B78B-2ABE01A61505}" destId="{56DED8D5-95BF-44C6-B903-2FCFF8EB6938}" srcOrd="0" destOrd="0" presId="urn:microsoft.com/office/officeart/2018/5/layout/IconCircleLabelList"/>
    <dgm:cxn modelId="{4490D6F1-ABB2-4B67-89EF-9C2F2DB955BB}" type="presOf" srcId="{83E9B7CC-EDFC-4126-ADD8-81BE562D3286}" destId="{F275776E-7C9C-4429-91A7-216495A144BA}" srcOrd="0" destOrd="0" presId="urn:microsoft.com/office/officeart/2018/5/layout/IconCircleLabelList"/>
    <dgm:cxn modelId="{8D9F32F7-8527-464F-AE82-E87DEA4EE09D}" srcId="{B31990DD-846A-4A81-98AB-1057A7005978}" destId="{CC9AE9C0-7025-4EB8-A3FA-0BDCFB89CB74}" srcOrd="0" destOrd="0" parTransId="{1EF41AA1-346D-430A-9701-F4FF42239868}" sibTransId="{70CD6F80-48CE-4C76-8C9B-D64EE0B8892D}"/>
    <dgm:cxn modelId="{6538B333-13AD-45E5-B6BB-418EAD517CC0}" type="presParOf" srcId="{21067DC4-61F7-4C0F-8610-705D70F069FA}" destId="{CC0B3EA2-37DB-4F0B-A888-705E8ED95C04}" srcOrd="0" destOrd="0" presId="urn:microsoft.com/office/officeart/2018/5/layout/IconCircleLabelList"/>
    <dgm:cxn modelId="{56070B97-FF14-45C9-AB60-9DB78D64B244}" type="presParOf" srcId="{CC0B3EA2-37DB-4F0B-A888-705E8ED95C04}" destId="{04A92D04-F1B8-44E4-8687-1BDBBCCF8729}" srcOrd="0" destOrd="0" presId="urn:microsoft.com/office/officeart/2018/5/layout/IconCircleLabelList"/>
    <dgm:cxn modelId="{8E42F582-EC31-4C60-A8A1-709C7E24DE1E}" type="presParOf" srcId="{CC0B3EA2-37DB-4F0B-A888-705E8ED95C04}" destId="{DF40105C-3BF7-480F-A499-505C0551CA31}" srcOrd="1" destOrd="0" presId="urn:microsoft.com/office/officeart/2018/5/layout/IconCircleLabelList"/>
    <dgm:cxn modelId="{7B123A63-9824-4699-890C-991F9A8AED5A}" type="presParOf" srcId="{CC0B3EA2-37DB-4F0B-A888-705E8ED95C04}" destId="{4C21BB3A-CCAB-4413-87F8-F619813D6A75}" srcOrd="2" destOrd="0" presId="urn:microsoft.com/office/officeart/2018/5/layout/IconCircleLabelList"/>
    <dgm:cxn modelId="{79DC7AF1-274B-43B3-A2FC-D9D13CB57CFF}" type="presParOf" srcId="{CC0B3EA2-37DB-4F0B-A888-705E8ED95C04}" destId="{B7E5C09E-B922-4993-963B-CD44F29FC064}" srcOrd="3" destOrd="0" presId="urn:microsoft.com/office/officeart/2018/5/layout/IconCircleLabelList"/>
    <dgm:cxn modelId="{CB146D1A-8AB8-4139-B70E-4C2A25C9D988}" type="presParOf" srcId="{21067DC4-61F7-4C0F-8610-705D70F069FA}" destId="{D047BF2A-2A6B-4353-91F7-1583CD2CBB95}" srcOrd="1" destOrd="0" presId="urn:microsoft.com/office/officeart/2018/5/layout/IconCircleLabelList"/>
    <dgm:cxn modelId="{3489DB17-7E01-49EF-BD44-FCBE2351DD07}" type="presParOf" srcId="{21067DC4-61F7-4C0F-8610-705D70F069FA}" destId="{EB846000-D7DE-4156-9C75-5F38295367B1}" srcOrd="2" destOrd="0" presId="urn:microsoft.com/office/officeart/2018/5/layout/IconCircleLabelList"/>
    <dgm:cxn modelId="{BBE893B0-6A26-457F-A36E-DEA5CCD1B3CC}" type="presParOf" srcId="{EB846000-D7DE-4156-9C75-5F38295367B1}" destId="{073A8742-063A-498F-9B62-39282B9FDDEC}" srcOrd="0" destOrd="0" presId="urn:microsoft.com/office/officeart/2018/5/layout/IconCircleLabelList"/>
    <dgm:cxn modelId="{542BB81A-0CAC-4400-BF85-4C86389FC152}" type="presParOf" srcId="{EB846000-D7DE-4156-9C75-5F38295367B1}" destId="{4049FB6F-6955-4DCB-B0FC-358BCFC78741}" srcOrd="1" destOrd="0" presId="urn:microsoft.com/office/officeart/2018/5/layout/IconCircleLabelList"/>
    <dgm:cxn modelId="{F845D0D0-DA22-4F4E-B502-0A8832F1E63F}" type="presParOf" srcId="{EB846000-D7DE-4156-9C75-5F38295367B1}" destId="{108AB836-7C8C-4D3C-9AE4-34396A12D692}" srcOrd="2" destOrd="0" presId="urn:microsoft.com/office/officeart/2018/5/layout/IconCircleLabelList"/>
    <dgm:cxn modelId="{C7E1856B-E2D4-42E5-BE4E-8BEB58903F28}" type="presParOf" srcId="{EB846000-D7DE-4156-9C75-5F38295367B1}" destId="{56DED8D5-95BF-44C6-B903-2FCFF8EB6938}" srcOrd="3" destOrd="0" presId="urn:microsoft.com/office/officeart/2018/5/layout/IconCircleLabelList"/>
    <dgm:cxn modelId="{CA0B6D47-3CA4-4356-8F8F-52D95FD04279}" type="presParOf" srcId="{21067DC4-61F7-4C0F-8610-705D70F069FA}" destId="{39AB5391-F641-4C9E-9649-379DBFDFFDFB}" srcOrd="3" destOrd="0" presId="urn:microsoft.com/office/officeart/2018/5/layout/IconCircleLabelList"/>
    <dgm:cxn modelId="{41903DDE-895F-42AB-AD9E-E80B5CCFE870}" type="presParOf" srcId="{21067DC4-61F7-4C0F-8610-705D70F069FA}" destId="{91372C6E-C246-4C41-A174-7108D58705E4}" srcOrd="4" destOrd="0" presId="urn:microsoft.com/office/officeart/2018/5/layout/IconCircleLabelList"/>
    <dgm:cxn modelId="{6193F212-6835-41BC-AFA5-CCB8407A0142}" type="presParOf" srcId="{91372C6E-C246-4C41-A174-7108D58705E4}" destId="{57DC8613-CF82-4BC1-955A-03821C5F9493}" srcOrd="0" destOrd="0" presId="urn:microsoft.com/office/officeart/2018/5/layout/IconCircleLabelList"/>
    <dgm:cxn modelId="{42434D26-8AAB-4B6B-BE26-6064C63DCB32}" type="presParOf" srcId="{91372C6E-C246-4C41-A174-7108D58705E4}" destId="{62011404-F8E2-4367-8A05-6F0B2CE15359}" srcOrd="1" destOrd="0" presId="urn:microsoft.com/office/officeart/2018/5/layout/IconCircleLabelList"/>
    <dgm:cxn modelId="{0B2895D0-DE7D-45A1-A6C1-0EA64E7B9423}" type="presParOf" srcId="{91372C6E-C246-4C41-A174-7108D58705E4}" destId="{AEF53ADC-328E-4590-9A03-94DC46367C7C}" srcOrd="2" destOrd="0" presId="urn:microsoft.com/office/officeart/2018/5/layout/IconCircleLabelList"/>
    <dgm:cxn modelId="{1450E9A4-C4FB-4F0D-9D21-8EF4428271BC}" type="presParOf" srcId="{91372C6E-C246-4C41-A174-7108D58705E4}" destId="{4032482E-0085-4761-B648-D34376871ED3}" srcOrd="3" destOrd="0" presId="urn:microsoft.com/office/officeart/2018/5/layout/IconCircleLabelList"/>
    <dgm:cxn modelId="{C94F550B-63F5-40D8-B3D5-BC910B282B20}" type="presParOf" srcId="{21067DC4-61F7-4C0F-8610-705D70F069FA}" destId="{950F6E6F-28B4-416C-8783-8B2E40CA271A}" srcOrd="5" destOrd="0" presId="urn:microsoft.com/office/officeart/2018/5/layout/IconCircleLabelList"/>
    <dgm:cxn modelId="{9D027527-8644-42DA-A178-AEF1C71BC13E}" type="presParOf" srcId="{21067DC4-61F7-4C0F-8610-705D70F069FA}" destId="{C8196750-B90A-4E5D-AF06-846C8C44E504}" srcOrd="6" destOrd="0" presId="urn:microsoft.com/office/officeart/2018/5/layout/IconCircleLabelList"/>
    <dgm:cxn modelId="{4B0B3477-D6CC-4543-8BA4-2B13132C6578}" type="presParOf" srcId="{C8196750-B90A-4E5D-AF06-846C8C44E504}" destId="{AB5BB269-922E-4C78-8A86-0A429B6E6BC0}" srcOrd="0" destOrd="0" presId="urn:microsoft.com/office/officeart/2018/5/layout/IconCircleLabelList"/>
    <dgm:cxn modelId="{32AE0A0B-0E73-4222-B4E3-2EA83A89E5A0}" type="presParOf" srcId="{C8196750-B90A-4E5D-AF06-846C8C44E504}" destId="{C0D05778-F7D8-4E73-9721-FF6F1197D3EC}" srcOrd="1" destOrd="0" presId="urn:microsoft.com/office/officeart/2018/5/layout/IconCircleLabelList"/>
    <dgm:cxn modelId="{48D759EB-26D1-4467-B936-9725F26DAA97}" type="presParOf" srcId="{C8196750-B90A-4E5D-AF06-846C8C44E504}" destId="{D1062A25-C333-4518-8ED9-05B8DFA3168F}" srcOrd="2" destOrd="0" presId="urn:microsoft.com/office/officeart/2018/5/layout/IconCircleLabelList"/>
    <dgm:cxn modelId="{6A978660-F025-4D88-9110-3AC137C07F54}" type="presParOf" srcId="{C8196750-B90A-4E5D-AF06-846C8C44E504}" destId="{F275776E-7C9C-4429-91A7-216495A144B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975E1A9-0E68-4DE8-A21C-2C5575BE665A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3C88E7AB-3189-4C79-B321-77EA97A36EC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Low latency and near-real-time performance</a:t>
          </a:r>
        </a:p>
      </dgm:t>
    </dgm:pt>
    <dgm:pt modelId="{68E63009-3993-4668-93A2-FE68CAD5FC95}" type="parTrans" cxnId="{85F024F8-BA01-428D-8815-17885DB94758}">
      <dgm:prSet/>
      <dgm:spPr/>
      <dgm:t>
        <a:bodyPr/>
        <a:lstStyle/>
        <a:p>
          <a:endParaRPr lang="en-US"/>
        </a:p>
      </dgm:t>
    </dgm:pt>
    <dgm:pt modelId="{FB413DE6-90AF-4B74-85A7-841AAEBBF507}" type="sibTrans" cxnId="{85F024F8-BA01-428D-8815-17885DB94758}">
      <dgm:prSet/>
      <dgm:spPr/>
      <dgm:t>
        <a:bodyPr/>
        <a:lstStyle/>
        <a:p>
          <a:endParaRPr lang="en-US"/>
        </a:p>
      </dgm:t>
    </dgm:pt>
    <dgm:pt modelId="{AD86E404-08EE-4F7A-9802-5CE9EA3053F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Ability to replicate complex movements and interactions</a:t>
          </a:r>
        </a:p>
      </dgm:t>
    </dgm:pt>
    <dgm:pt modelId="{94E29EBC-A1F0-440C-B416-B0F9A874B0D9}" type="sibTrans" cxnId="{C6E774DA-3BF6-4E97-BAB9-3B247C8FC486}">
      <dgm:prSet/>
      <dgm:spPr/>
      <dgm:t>
        <a:bodyPr/>
        <a:lstStyle/>
        <a:p>
          <a:endParaRPr lang="en-US"/>
        </a:p>
      </dgm:t>
    </dgm:pt>
    <dgm:pt modelId="{B74FE12F-FC55-4CD0-825D-DFA54DB24DF2}" type="parTrans" cxnId="{C6E774DA-3BF6-4E97-BAB9-3B247C8FC486}">
      <dgm:prSet/>
      <dgm:spPr/>
      <dgm:t>
        <a:bodyPr/>
        <a:lstStyle/>
        <a:p>
          <a:endParaRPr lang="en-US"/>
        </a:p>
      </dgm:t>
    </dgm:pt>
    <dgm:pt modelId="{E543E7BA-5A10-48E9-9135-932DC1D8367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Cost-effectiveness in producing large amounts of animation data</a:t>
          </a:r>
        </a:p>
      </dgm:t>
    </dgm:pt>
    <dgm:pt modelId="{0269F22B-ECC0-4E96-8042-E04FF56680AA}" type="sibTrans" cxnId="{3EA6AED7-8E3D-4D55-B779-4F5AE26C99E0}">
      <dgm:prSet/>
      <dgm:spPr/>
      <dgm:t>
        <a:bodyPr/>
        <a:lstStyle/>
        <a:p>
          <a:endParaRPr lang="en-US"/>
        </a:p>
      </dgm:t>
    </dgm:pt>
    <dgm:pt modelId="{3EDC2DEB-2E0C-46B5-94D6-FBC855E42C1E}" type="parTrans" cxnId="{3EA6AED7-8E3D-4D55-B779-4F5AE26C99E0}">
      <dgm:prSet/>
      <dgm:spPr/>
      <dgm:t>
        <a:bodyPr/>
        <a:lstStyle/>
        <a:p>
          <a:endParaRPr lang="en-US"/>
        </a:p>
      </dgm:t>
    </dgm:pt>
    <dgm:pt modelId="{5202C584-D722-4006-9888-91ACF57C397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Availability of free software and third-party solutions</a:t>
          </a:r>
        </a:p>
      </dgm:t>
    </dgm:pt>
    <dgm:pt modelId="{1E584153-C17A-4E2E-9226-5519DA9F8A47}" type="sibTrans" cxnId="{4E078E08-7C6C-4E4C-A2FF-04D36F42AC34}">
      <dgm:prSet/>
      <dgm:spPr/>
      <dgm:t>
        <a:bodyPr/>
        <a:lstStyle/>
        <a:p>
          <a:endParaRPr lang="en-US"/>
        </a:p>
      </dgm:t>
    </dgm:pt>
    <dgm:pt modelId="{1F4F98DF-E46E-4F63-A403-3F9B7236FA97}" type="parTrans" cxnId="{4E078E08-7C6C-4E4C-A2FF-04D36F42AC34}">
      <dgm:prSet/>
      <dgm:spPr/>
      <dgm:t>
        <a:bodyPr/>
        <a:lstStyle/>
        <a:p>
          <a:endParaRPr lang="en-US"/>
        </a:p>
      </dgm:t>
    </dgm:pt>
    <dgm:pt modelId="{CBCEE5D4-E79C-4C85-8653-ED85B1FAF991}" type="pres">
      <dgm:prSet presAssocID="{0975E1A9-0E68-4DE8-A21C-2C5575BE665A}" presName="root" presStyleCnt="0">
        <dgm:presLayoutVars>
          <dgm:dir/>
          <dgm:resizeHandles val="exact"/>
        </dgm:presLayoutVars>
      </dgm:prSet>
      <dgm:spPr/>
    </dgm:pt>
    <dgm:pt modelId="{BE51AEF0-9DAF-4664-840E-54E3354BE0F2}" type="pres">
      <dgm:prSet presAssocID="{3C88E7AB-3189-4C79-B321-77EA97A36EC0}" presName="compNode" presStyleCnt="0"/>
      <dgm:spPr/>
    </dgm:pt>
    <dgm:pt modelId="{FD957D64-A65D-41B0-B7DA-D0BE5D8726F7}" type="pres">
      <dgm:prSet presAssocID="{3C88E7AB-3189-4C79-B321-77EA97A36EC0}" presName="iconBgRect" presStyleLbl="bgShp" presStyleIdx="0" presStyleCnt="4"/>
      <dgm:spPr/>
    </dgm:pt>
    <dgm:pt modelId="{FE0BD734-2A04-4B1C-B2C8-C58C0A380AD7}" type="pres">
      <dgm:prSet presAssocID="{3C88E7AB-3189-4C79-B321-77EA97A36EC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09F618F-C1FB-40C8-BF15-7D4F6E80DE6A}" type="pres">
      <dgm:prSet presAssocID="{3C88E7AB-3189-4C79-B321-77EA97A36EC0}" presName="spaceRect" presStyleCnt="0"/>
      <dgm:spPr/>
    </dgm:pt>
    <dgm:pt modelId="{A0A2C58E-6747-4F55-80E5-73131A951310}" type="pres">
      <dgm:prSet presAssocID="{3C88E7AB-3189-4C79-B321-77EA97A36EC0}" presName="textRect" presStyleLbl="revTx" presStyleIdx="0" presStyleCnt="4">
        <dgm:presLayoutVars>
          <dgm:chMax val="1"/>
          <dgm:chPref val="1"/>
        </dgm:presLayoutVars>
      </dgm:prSet>
      <dgm:spPr/>
    </dgm:pt>
    <dgm:pt modelId="{F6AEE587-6325-4E69-8828-ADAE41906E09}" type="pres">
      <dgm:prSet presAssocID="{FB413DE6-90AF-4B74-85A7-841AAEBBF507}" presName="sibTrans" presStyleCnt="0"/>
      <dgm:spPr/>
    </dgm:pt>
    <dgm:pt modelId="{57403654-AAE2-418C-B165-E510CF778447}" type="pres">
      <dgm:prSet presAssocID="{AD86E404-08EE-4F7A-9802-5CE9EA3053F9}" presName="compNode" presStyleCnt="0"/>
      <dgm:spPr/>
    </dgm:pt>
    <dgm:pt modelId="{DBFF033E-D960-47B8-809E-2A0DAD3D6953}" type="pres">
      <dgm:prSet presAssocID="{AD86E404-08EE-4F7A-9802-5CE9EA3053F9}" presName="iconBgRect" presStyleLbl="bgShp" presStyleIdx="1" presStyleCnt="4"/>
      <dgm:spPr/>
    </dgm:pt>
    <dgm:pt modelId="{37095D42-7D20-4965-96F1-555077CE5930}" type="pres">
      <dgm:prSet presAssocID="{AD86E404-08EE-4F7A-9802-5CE9EA3053F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F412EC09-F685-4B7A-8EA5-972B7BC984C4}" type="pres">
      <dgm:prSet presAssocID="{AD86E404-08EE-4F7A-9802-5CE9EA3053F9}" presName="spaceRect" presStyleCnt="0"/>
      <dgm:spPr/>
    </dgm:pt>
    <dgm:pt modelId="{7EEDA593-983A-4F76-ACB8-2AC38E4C838C}" type="pres">
      <dgm:prSet presAssocID="{AD86E404-08EE-4F7A-9802-5CE9EA3053F9}" presName="textRect" presStyleLbl="revTx" presStyleIdx="1" presStyleCnt="4">
        <dgm:presLayoutVars>
          <dgm:chMax val="1"/>
          <dgm:chPref val="1"/>
        </dgm:presLayoutVars>
      </dgm:prSet>
      <dgm:spPr/>
    </dgm:pt>
    <dgm:pt modelId="{2BCC93EC-4ACB-4B5F-9D29-BD400646C46C}" type="pres">
      <dgm:prSet presAssocID="{94E29EBC-A1F0-440C-B416-B0F9A874B0D9}" presName="sibTrans" presStyleCnt="0"/>
      <dgm:spPr/>
    </dgm:pt>
    <dgm:pt modelId="{DB3BACAA-D417-4337-8963-B43B1E43D2A3}" type="pres">
      <dgm:prSet presAssocID="{E543E7BA-5A10-48E9-9135-932DC1D83678}" presName="compNode" presStyleCnt="0"/>
      <dgm:spPr/>
    </dgm:pt>
    <dgm:pt modelId="{3453B973-1F89-426D-B87A-F019C1349FC3}" type="pres">
      <dgm:prSet presAssocID="{E543E7BA-5A10-48E9-9135-932DC1D83678}" presName="iconBgRect" presStyleLbl="bgShp" presStyleIdx="2" presStyleCnt="4"/>
      <dgm:spPr/>
    </dgm:pt>
    <dgm:pt modelId="{2F52B928-0A97-4FC2-A18A-2BB473529800}" type="pres">
      <dgm:prSet presAssocID="{E543E7BA-5A10-48E9-9135-932DC1D8367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CD66DFA-5B33-4DF5-B9F9-BC678C03EA6F}" type="pres">
      <dgm:prSet presAssocID="{E543E7BA-5A10-48E9-9135-932DC1D83678}" presName="spaceRect" presStyleCnt="0"/>
      <dgm:spPr/>
    </dgm:pt>
    <dgm:pt modelId="{29C94D21-349A-4556-B9EE-F78196AAB694}" type="pres">
      <dgm:prSet presAssocID="{E543E7BA-5A10-48E9-9135-932DC1D83678}" presName="textRect" presStyleLbl="revTx" presStyleIdx="2" presStyleCnt="4">
        <dgm:presLayoutVars>
          <dgm:chMax val="1"/>
          <dgm:chPref val="1"/>
        </dgm:presLayoutVars>
      </dgm:prSet>
      <dgm:spPr/>
    </dgm:pt>
    <dgm:pt modelId="{80B7D366-1369-4BF3-8396-16B5B70D4662}" type="pres">
      <dgm:prSet presAssocID="{0269F22B-ECC0-4E96-8042-E04FF56680AA}" presName="sibTrans" presStyleCnt="0"/>
      <dgm:spPr/>
    </dgm:pt>
    <dgm:pt modelId="{48AE0095-C603-4D08-AF4C-0561F8C2585B}" type="pres">
      <dgm:prSet presAssocID="{5202C584-D722-4006-9888-91ACF57C3979}" presName="compNode" presStyleCnt="0"/>
      <dgm:spPr/>
    </dgm:pt>
    <dgm:pt modelId="{7EA6744F-E148-4B57-937F-B389B5343D44}" type="pres">
      <dgm:prSet presAssocID="{5202C584-D722-4006-9888-91ACF57C3979}" presName="iconBgRect" presStyleLbl="bgShp" presStyleIdx="3" presStyleCnt="4"/>
      <dgm:spPr/>
    </dgm:pt>
    <dgm:pt modelId="{224CC562-47C7-4354-8434-9FCCD5F9CA31}" type="pres">
      <dgm:prSet presAssocID="{5202C584-D722-4006-9888-91ACF57C397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CFE94AC-1D14-4E0F-8522-33A64243942C}" type="pres">
      <dgm:prSet presAssocID="{5202C584-D722-4006-9888-91ACF57C3979}" presName="spaceRect" presStyleCnt="0"/>
      <dgm:spPr/>
    </dgm:pt>
    <dgm:pt modelId="{01D3D955-2B89-4FBC-870D-4260753D618D}" type="pres">
      <dgm:prSet presAssocID="{5202C584-D722-4006-9888-91ACF57C397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E078E08-7C6C-4E4C-A2FF-04D36F42AC34}" srcId="{0975E1A9-0E68-4DE8-A21C-2C5575BE665A}" destId="{5202C584-D722-4006-9888-91ACF57C3979}" srcOrd="3" destOrd="0" parTransId="{1F4F98DF-E46E-4F63-A403-3F9B7236FA97}" sibTransId="{1E584153-C17A-4E2E-9226-5519DA9F8A47}"/>
    <dgm:cxn modelId="{595C5513-1FA4-4DA6-804E-621BB28CB41E}" type="presOf" srcId="{3C88E7AB-3189-4C79-B321-77EA97A36EC0}" destId="{A0A2C58E-6747-4F55-80E5-73131A951310}" srcOrd="0" destOrd="0" presId="urn:microsoft.com/office/officeart/2018/5/layout/IconCircleLabelList"/>
    <dgm:cxn modelId="{CAF5BC31-98F1-4E52-877D-DB32E188075A}" type="presOf" srcId="{AD86E404-08EE-4F7A-9802-5CE9EA3053F9}" destId="{7EEDA593-983A-4F76-ACB8-2AC38E4C838C}" srcOrd="0" destOrd="0" presId="urn:microsoft.com/office/officeart/2018/5/layout/IconCircleLabelList"/>
    <dgm:cxn modelId="{F2667358-1A00-4E68-81DA-83B40634D194}" type="presOf" srcId="{E543E7BA-5A10-48E9-9135-932DC1D83678}" destId="{29C94D21-349A-4556-B9EE-F78196AAB694}" srcOrd="0" destOrd="0" presId="urn:microsoft.com/office/officeart/2018/5/layout/IconCircleLabelList"/>
    <dgm:cxn modelId="{3EA6AED7-8E3D-4D55-B779-4F5AE26C99E0}" srcId="{0975E1A9-0E68-4DE8-A21C-2C5575BE665A}" destId="{E543E7BA-5A10-48E9-9135-932DC1D83678}" srcOrd="2" destOrd="0" parTransId="{3EDC2DEB-2E0C-46B5-94D6-FBC855E42C1E}" sibTransId="{0269F22B-ECC0-4E96-8042-E04FF56680AA}"/>
    <dgm:cxn modelId="{2386CED9-A723-4445-B1C2-2CD1F14C632A}" type="presOf" srcId="{0975E1A9-0E68-4DE8-A21C-2C5575BE665A}" destId="{CBCEE5D4-E79C-4C85-8653-ED85B1FAF991}" srcOrd="0" destOrd="0" presId="urn:microsoft.com/office/officeart/2018/5/layout/IconCircleLabelList"/>
    <dgm:cxn modelId="{C6E774DA-3BF6-4E97-BAB9-3B247C8FC486}" srcId="{0975E1A9-0E68-4DE8-A21C-2C5575BE665A}" destId="{AD86E404-08EE-4F7A-9802-5CE9EA3053F9}" srcOrd="1" destOrd="0" parTransId="{B74FE12F-FC55-4CD0-825D-DFA54DB24DF2}" sibTransId="{94E29EBC-A1F0-440C-B416-B0F9A874B0D9}"/>
    <dgm:cxn modelId="{CCE734E0-9766-4F68-AB34-DD3A7E94C25C}" type="presOf" srcId="{5202C584-D722-4006-9888-91ACF57C3979}" destId="{01D3D955-2B89-4FBC-870D-4260753D618D}" srcOrd="0" destOrd="0" presId="urn:microsoft.com/office/officeart/2018/5/layout/IconCircleLabelList"/>
    <dgm:cxn modelId="{85F024F8-BA01-428D-8815-17885DB94758}" srcId="{0975E1A9-0E68-4DE8-A21C-2C5575BE665A}" destId="{3C88E7AB-3189-4C79-B321-77EA97A36EC0}" srcOrd="0" destOrd="0" parTransId="{68E63009-3993-4668-93A2-FE68CAD5FC95}" sibTransId="{FB413DE6-90AF-4B74-85A7-841AAEBBF507}"/>
    <dgm:cxn modelId="{E8A72531-52AB-49DC-B9FD-EE8C2FD06DCF}" type="presParOf" srcId="{CBCEE5D4-E79C-4C85-8653-ED85B1FAF991}" destId="{BE51AEF0-9DAF-4664-840E-54E3354BE0F2}" srcOrd="0" destOrd="0" presId="urn:microsoft.com/office/officeart/2018/5/layout/IconCircleLabelList"/>
    <dgm:cxn modelId="{E22EAD46-A04A-4C1A-A6DE-D8F5B200DE73}" type="presParOf" srcId="{BE51AEF0-9DAF-4664-840E-54E3354BE0F2}" destId="{FD957D64-A65D-41B0-B7DA-D0BE5D8726F7}" srcOrd="0" destOrd="0" presId="urn:microsoft.com/office/officeart/2018/5/layout/IconCircleLabelList"/>
    <dgm:cxn modelId="{78BE2DB2-2F1B-4BAF-A824-3012D97DD149}" type="presParOf" srcId="{BE51AEF0-9DAF-4664-840E-54E3354BE0F2}" destId="{FE0BD734-2A04-4B1C-B2C8-C58C0A380AD7}" srcOrd="1" destOrd="0" presId="urn:microsoft.com/office/officeart/2018/5/layout/IconCircleLabelList"/>
    <dgm:cxn modelId="{8AA50BF8-404F-4C4C-8093-A2FD8E6DD65C}" type="presParOf" srcId="{BE51AEF0-9DAF-4664-840E-54E3354BE0F2}" destId="{009F618F-C1FB-40C8-BF15-7D4F6E80DE6A}" srcOrd="2" destOrd="0" presId="urn:microsoft.com/office/officeart/2018/5/layout/IconCircleLabelList"/>
    <dgm:cxn modelId="{BCAFDFE9-205F-41E6-815D-512111BB8113}" type="presParOf" srcId="{BE51AEF0-9DAF-4664-840E-54E3354BE0F2}" destId="{A0A2C58E-6747-4F55-80E5-73131A951310}" srcOrd="3" destOrd="0" presId="urn:microsoft.com/office/officeart/2018/5/layout/IconCircleLabelList"/>
    <dgm:cxn modelId="{1C3A4EBD-9AE0-443C-B078-AAF1375904FE}" type="presParOf" srcId="{CBCEE5D4-E79C-4C85-8653-ED85B1FAF991}" destId="{F6AEE587-6325-4E69-8828-ADAE41906E09}" srcOrd="1" destOrd="0" presId="urn:microsoft.com/office/officeart/2018/5/layout/IconCircleLabelList"/>
    <dgm:cxn modelId="{CE4D5527-3EC5-4A4D-BAF5-E56670BEC622}" type="presParOf" srcId="{CBCEE5D4-E79C-4C85-8653-ED85B1FAF991}" destId="{57403654-AAE2-418C-B165-E510CF778447}" srcOrd="2" destOrd="0" presId="urn:microsoft.com/office/officeart/2018/5/layout/IconCircleLabelList"/>
    <dgm:cxn modelId="{8F9D5231-7C43-4E66-B206-21AC19C91272}" type="presParOf" srcId="{57403654-AAE2-418C-B165-E510CF778447}" destId="{DBFF033E-D960-47B8-809E-2A0DAD3D6953}" srcOrd="0" destOrd="0" presId="urn:microsoft.com/office/officeart/2018/5/layout/IconCircleLabelList"/>
    <dgm:cxn modelId="{84F53C71-D7EF-4F9C-B439-FFCED09BD437}" type="presParOf" srcId="{57403654-AAE2-418C-B165-E510CF778447}" destId="{37095D42-7D20-4965-96F1-555077CE5930}" srcOrd="1" destOrd="0" presId="urn:microsoft.com/office/officeart/2018/5/layout/IconCircleLabelList"/>
    <dgm:cxn modelId="{D22F1A16-DE39-476C-BF6D-0B4CC4967086}" type="presParOf" srcId="{57403654-AAE2-418C-B165-E510CF778447}" destId="{F412EC09-F685-4B7A-8EA5-972B7BC984C4}" srcOrd="2" destOrd="0" presId="urn:microsoft.com/office/officeart/2018/5/layout/IconCircleLabelList"/>
    <dgm:cxn modelId="{A7ACF014-DB81-4CA9-BE18-2C2C493DD5F3}" type="presParOf" srcId="{57403654-AAE2-418C-B165-E510CF778447}" destId="{7EEDA593-983A-4F76-ACB8-2AC38E4C838C}" srcOrd="3" destOrd="0" presId="urn:microsoft.com/office/officeart/2018/5/layout/IconCircleLabelList"/>
    <dgm:cxn modelId="{5AAF64FB-7B6B-4A23-81D6-69E7F63EE260}" type="presParOf" srcId="{CBCEE5D4-E79C-4C85-8653-ED85B1FAF991}" destId="{2BCC93EC-4ACB-4B5F-9D29-BD400646C46C}" srcOrd="3" destOrd="0" presId="urn:microsoft.com/office/officeart/2018/5/layout/IconCircleLabelList"/>
    <dgm:cxn modelId="{4122601F-E3F1-45EF-8E3F-6E433133F80B}" type="presParOf" srcId="{CBCEE5D4-E79C-4C85-8653-ED85B1FAF991}" destId="{DB3BACAA-D417-4337-8963-B43B1E43D2A3}" srcOrd="4" destOrd="0" presId="urn:microsoft.com/office/officeart/2018/5/layout/IconCircleLabelList"/>
    <dgm:cxn modelId="{644583E5-5FB9-474C-A144-906F42FFA405}" type="presParOf" srcId="{DB3BACAA-D417-4337-8963-B43B1E43D2A3}" destId="{3453B973-1F89-426D-B87A-F019C1349FC3}" srcOrd="0" destOrd="0" presId="urn:microsoft.com/office/officeart/2018/5/layout/IconCircleLabelList"/>
    <dgm:cxn modelId="{B9B4426E-4A93-4E8C-9A30-1314B90957F4}" type="presParOf" srcId="{DB3BACAA-D417-4337-8963-B43B1E43D2A3}" destId="{2F52B928-0A97-4FC2-A18A-2BB473529800}" srcOrd="1" destOrd="0" presId="urn:microsoft.com/office/officeart/2018/5/layout/IconCircleLabelList"/>
    <dgm:cxn modelId="{EA3245D9-E24B-409D-9344-FA68531C678B}" type="presParOf" srcId="{DB3BACAA-D417-4337-8963-B43B1E43D2A3}" destId="{CCD66DFA-5B33-4DF5-B9F9-BC678C03EA6F}" srcOrd="2" destOrd="0" presId="urn:microsoft.com/office/officeart/2018/5/layout/IconCircleLabelList"/>
    <dgm:cxn modelId="{24D3998D-66F8-4E36-8976-7BD9C886D135}" type="presParOf" srcId="{DB3BACAA-D417-4337-8963-B43B1E43D2A3}" destId="{29C94D21-349A-4556-B9EE-F78196AAB694}" srcOrd="3" destOrd="0" presId="urn:microsoft.com/office/officeart/2018/5/layout/IconCircleLabelList"/>
    <dgm:cxn modelId="{338166BB-E4E8-4B63-BD36-62948ADBDC9D}" type="presParOf" srcId="{CBCEE5D4-E79C-4C85-8653-ED85B1FAF991}" destId="{80B7D366-1369-4BF3-8396-16B5B70D4662}" srcOrd="5" destOrd="0" presId="urn:microsoft.com/office/officeart/2018/5/layout/IconCircleLabelList"/>
    <dgm:cxn modelId="{3C89ABD6-C96B-4C44-A47B-55F6202ED37F}" type="presParOf" srcId="{CBCEE5D4-E79C-4C85-8653-ED85B1FAF991}" destId="{48AE0095-C603-4D08-AF4C-0561F8C2585B}" srcOrd="6" destOrd="0" presId="urn:microsoft.com/office/officeart/2018/5/layout/IconCircleLabelList"/>
    <dgm:cxn modelId="{DC7A25E1-1AA2-4FBE-BA06-C33CF0E4935D}" type="presParOf" srcId="{48AE0095-C603-4D08-AF4C-0561F8C2585B}" destId="{7EA6744F-E148-4B57-937F-B389B5343D44}" srcOrd="0" destOrd="0" presId="urn:microsoft.com/office/officeart/2018/5/layout/IconCircleLabelList"/>
    <dgm:cxn modelId="{D0CF9F31-4786-4E3E-A3A2-B31F66DB257C}" type="presParOf" srcId="{48AE0095-C603-4D08-AF4C-0561F8C2585B}" destId="{224CC562-47C7-4354-8434-9FCCD5F9CA31}" srcOrd="1" destOrd="0" presId="urn:microsoft.com/office/officeart/2018/5/layout/IconCircleLabelList"/>
    <dgm:cxn modelId="{41905C0F-1F5E-4083-A37E-7B8407E69F3E}" type="presParOf" srcId="{48AE0095-C603-4D08-AF4C-0561F8C2585B}" destId="{7CFE94AC-1D14-4E0F-8522-33A64243942C}" srcOrd="2" destOrd="0" presId="urn:microsoft.com/office/officeart/2018/5/layout/IconCircleLabelList"/>
    <dgm:cxn modelId="{3D749F2E-6D27-4AC7-9AD4-2D78E9A95145}" type="presParOf" srcId="{48AE0095-C603-4D08-AF4C-0561F8C2585B}" destId="{01D3D955-2B89-4FBC-870D-4260753D618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975E1A9-0E68-4DE8-A21C-2C5575BE665A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3C88E7AB-3189-4C79-B321-77EA97A36EC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Needs specialized software/hardware</a:t>
          </a:r>
        </a:p>
      </dgm:t>
    </dgm:pt>
    <dgm:pt modelId="{68E63009-3993-4668-93A2-FE68CAD5FC95}" type="parTrans" cxnId="{85F024F8-BA01-428D-8815-17885DB94758}">
      <dgm:prSet/>
      <dgm:spPr/>
      <dgm:t>
        <a:bodyPr/>
        <a:lstStyle/>
        <a:p>
          <a:endParaRPr lang="en-US"/>
        </a:p>
      </dgm:t>
    </dgm:pt>
    <dgm:pt modelId="{FB413DE6-90AF-4B74-85A7-841AAEBBF507}" type="sibTrans" cxnId="{85F024F8-BA01-428D-8815-17885DB94758}">
      <dgm:prSet/>
      <dgm:spPr/>
      <dgm:t>
        <a:bodyPr/>
        <a:lstStyle/>
        <a:p>
          <a:endParaRPr lang="en-US"/>
        </a:p>
      </dgm:t>
    </dgm:pt>
    <dgm:pt modelId="{AD86E404-08EE-4F7A-9802-5CE9EA3053F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Small productions face affordability issues</a:t>
          </a:r>
        </a:p>
      </dgm:t>
    </dgm:pt>
    <dgm:pt modelId="{B74FE12F-FC55-4CD0-825D-DFA54DB24DF2}" type="parTrans" cxnId="{C6E774DA-3BF6-4E97-BAB9-3B247C8FC486}">
      <dgm:prSet/>
      <dgm:spPr/>
      <dgm:t>
        <a:bodyPr/>
        <a:lstStyle/>
        <a:p>
          <a:endParaRPr lang="en-US"/>
        </a:p>
      </dgm:t>
    </dgm:pt>
    <dgm:pt modelId="{94E29EBC-A1F0-440C-B416-B0F9A874B0D9}" type="sibTrans" cxnId="{C6E774DA-3BF6-4E97-BAB9-3B247C8FC486}">
      <dgm:prSet/>
      <dgm:spPr/>
      <dgm:t>
        <a:bodyPr/>
        <a:lstStyle/>
        <a:p>
          <a:endParaRPr lang="en-US"/>
        </a:p>
      </dgm:t>
    </dgm:pt>
    <dgm:pt modelId="{E543E7BA-5A10-48E9-9135-932DC1D8367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Space requirements for capture system</a:t>
          </a:r>
        </a:p>
      </dgm:t>
    </dgm:pt>
    <dgm:pt modelId="{3EDC2DEB-2E0C-46B5-94D6-FBC855E42C1E}" type="parTrans" cxnId="{3EA6AED7-8E3D-4D55-B779-4F5AE26C99E0}">
      <dgm:prSet/>
      <dgm:spPr/>
      <dgm:t>
        <a:bodyPr/>
        <a:lstStyle/>
        <a:p>
          <a:endParaRPr lang="en-US"/>
        </a:p>
      </dgm:t>
    </dgm:pt>
    <dgm:pt modelId="{0269F22B-ECC0-4E96-8042-E04FF56680AA}" type="sibTrans" cxnId="{3EA6AED7-8E3D-4D55-B779-4F5AE26C99E0}">
      <dgm:prSet/>
      <dgm:spPr/>
      <dgm:t>
        <a:bodyPr/>
        <a:lstStyle/>
        <a:p>
          <a:endParaRPr lang="en-US"/>
        </a:p>
      </dgm:t>
    </dgm:pt>
    <dgm:pt modelId="{5202C584-D722-4006-9888-91ACF57C397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Physics-violating movements are uncapturable</a:t>
          </a:r>
        </a:p>
      </dgm:t>
    </dgm:pt>
    <dgm:pt modelId="{1F4F98DF-E46E-4F63-A403-3F9B7236FA97}" type="parTrans" cxnId="{4E078E08-7C6C-4E4C-A2FF-04D36F42AC34}">
      <dgm:prSet/>
      <dgm:spPr/>
      <dgm:t>
        <a:bodyPr/>
        <a:lstStyle/>
        <a:p>
          <a:endParaRPr lang="en-US"/>
        </a:p>
      </dgm:t>
    </dgm:pt>
    <dgm:pt modelId="{1E584153-C17A-4E2E-9226-5519DA9F8A47}" type="sibTrans" cxnId="{4E078E08-7C6C-4E4C-A2FF-04D36F42AC34}">
      <dgm:prSet/>
      <dgm:spPr/>
      <dgm:t>
        <a:bodyPr/>
        <a:lstStyle/>
        <a:p>
          <a:endParaRPr lang="en-US"/>
        </a:p>
      </dgm:t>
    </dgm:pt>
    <dgm:pt modelId="{CBCEE5D4-E79C-4C85-8653-ED85B1FAF991}" type="pres">
      <dgm:prSet presAssocID="{0975E1A9-0E68-4DE8-A21C-2C5575BE665A}" presName="root" presStyleCnt="0">
        <dgm:presLayoutVars>
          <dgm:dir/>
          <dgm:resizeHandles val="exact"/>
        </dgm:presLayoutVars>
      </dgm:prSet>
      <dgm:spPr/>
    </dgm:pt>
    <dgm:pt modelId="{BE51AEF0-9DAF-4664-840E-54E3354BE0F2}" type="pres">
      <dgm:prSet presAssocID="{3C88E7AB-3189-4C79-B321-77EA97A36EC0}" presName="compNode" presStyleCnt="0"/>
      <dgm:spPr/>
    </dgm:pt>
    <dgm:pt modelId="{FD957D64-A65D-41B0-B7DA-D0BE5D8726F7}" type="pres">
      <dgm:prSet presAssocID="{3C88E7AB-3189-4C79-B321-77EA97A36EC0}" presName="iconBgRect" presStyleLbl="bgShp" presStyleIdx="0" presStyleCnt="4"/>
      <dgm:spPr/>
    </dgm:pt>
    <dgm:pt modelId="{FE0BD734-2A04-4B1C-B2C8-C58C0A380AD7}" type="pres">
      <dgm:prSet presAssocID="{3C88E7AB-3189-4C79-B321-77EA97A36EC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09F618F-C1FB-40C8-BF15-7D4F6E80DE6A}" type="pres">
      <dgm:prSet presAssocID="{3C88E7AB-3189-4C79-B321-77EA97A36EC0}" presName="spaceRect" presStyleCnt="0"/>
      <dgm:spPr/>
    </dgm:pt>
    <dgm:pt modelId="{A0A2C58E-6747-4F55-80E5-73131A951310}" type="pres">
      <dgm:prSet presAssocID="{3C88E7AB-3189-4C79-B321-77EA97A36EC0}" presName="textRect" presStyleLbl="revTx" presStyleIdx="0" presStyleCnt="4">
        <dgm:presLayoutVars>
          <dgm:chMax val="1"/>
          <dgm:chPref val="1"/>
        </dgm:presLayoutVars>
      </dgm:prSet>
      <dgm:spPr/>
    </dgm:pt>
    <dgm:pt modelId="{F6AEE587-6325-4E69-8828-ADAE41906E09}" type="pres">
      <dgm:prSet presAssocID="{FB413DE6-90AF-4B74-85A7-841AAEBBF507}" presName="sibTrans" presStyleCnt="0"/>
      <dgm:spPr/>
    </dgm:pt>
    <dgm:pt modelId="{57403654-AAE2-418C-B165-E510CF778447}" type="pres">
      <dgm:prSet presAssocID="{AD86E404-08EE-4F7A-9802-5CE9EA3053F9}" presName="compNode" presStyleCnt="0"/>
      <dgm:spPr/>
    </dgm:pt>
    <dgm:pt modelId="{DBFF033E-D960-47B8-809E-2A0DAD3D6953}" type="pres">
      <dgm:prSet presAssocID="{AD86E404-08EE-4F7A-9802-5CE9EA3053F9}" presName="iconBgRect" presStyleLbl="bgShp" presStyleIdx="1" presStyleCnt="4"/>
      <dgm:spPr/>
    </dgm:pt>
    <dgm:pt modelId="{37095D42-7D20-4965-96F1-555077CE5930}" type="pres">
      <dgm:prSet presAssocID="{AD86E404-08EE-4F7A-9802-5CE9EA3053F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 with solid fill"/>
        </a:ext>
      </dgm:extLst>
    </dgm:pt>
    <dgm:pt modelId="{F412EC09-F685-4B7A-8EA5-972B7BC984C4}" type="pres">
      <dgm:prSet presAssocID="{AD86E404-08EE-4F7A-9802-5CE9EA3053F9}" presName="spaceRect" presStyleCnt="0"/>
      <dgm:spPr/>
    </dgm:pt>
    <dgm:pt modelId="{7EEDA593-983A-4F76-ACB8-2AC38E4C838C}" type="pres">
      <dgm:prSet presAssocID="{AD86E404-08EE-4F7A-9802-5CE9EA3053F9}" presName="textRect" presStyleLbl="revTx" presStyleIdx="1" presStyleCnt="4">
        <dgm:presLayoutVars>
          <dgm:chMax val="1"/>
          <dgm:chPref val="1"/>
        </dgm:presLayoutVars>
      </dgm:prSet>
      <dgm:spPr/>
    </dgm:pt>
    <dgm:pt modelId="{2BCC93EC-4ACB-4B5F-9D29-BD400646C46C}" type="pres">
      <dgm:prSet presAssocID="{94E29EBC-A1F0-440C-B416-B0F9A874B0D9}" presName="sibTrans" presStyleCnt="0"/>
      <dgm:spPr/>
    </dgm:pt>
    <dgm:pt modelId="{DB3BACAA-D417-4337-8963-B43B1E43D2A3}" type="pres">
      <dgm:prSet presAssocID="{E543E7BA-5A10-48E9-9135-932DC1D83678}" presName="compNode" presStyleCnt="0"/>
      <dgm:spPr/>
    </dgm:pt>
    <dgm:pt modelId="{3453B973-1F89-426D-B87A-F019C1349FC3}" type="pres">
      <dgm:prSet presAssocID="{E543E7BA-5A10-48E9-9135-932DC1D83678}" presName="iconBgRect" presStyleLbl="bgShp" presStyleIdx="2" presStyleCnt="4"/>
      <dgm:spPr/>
    </dgm:pt>
    <dgm:pt modelId="{2F52B928-0A97-4FC2-A18A-2BB473529800}" type="pres">
      <dgm:prSet presAssocID="{E543E7BA-5A10-48E9-9135-932DC1D8367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 with solid fill"/>
        </a:ext>
      </dgm:extLst>
    </dgm:pt>
    <dgm:pt modelId="{CCD66DFA-5B33-4DF5-B9F9-BC678C03EA6F}" type="pres">
      <dgm:prSet presAssocID="{E543E7BA-5A10-48E9-9135-932DC1D83678}" presName="spaceRect" presStyleCnt="0"/>
      <dgm:spPr/>
    </dgm:pt>
    <dgm:pt modelId="{29C94D21-349A-4556-B9EE-F78196AAB694}" type="pres">
      <dgm:prSet presAssocID="{E543E7BA-5A10-48E9-9135-932DC1D83678}" presName="textRect" presStyleLbl="revTx" presStyleIdx="2" presStyleCnt="4">
        <dgm:presLayoutVars>
          <dgm:chMax val="1"/>
          <dgm:chPref val="1"/>
        </dgm:presLayoutVars>
      </dgm:prSet>
      <dgm:spPr/>
    </dgm:pt>
    <dgm:pt modelId="{80B7D366-1369-4BF3-8396-16B5B70D4662}" type="pres">
      <dgm:prSet presAssocID="{0269F22B-ECC0-4E96-8042-E04FF56680AA}" presName="sibTrans" presStyleCnt="0"/>
      <dgm:spPr/>
    </dgm:pt>
    <dgm:pt modelId="{48AE0095-C603-4D08-AF4C-0561F8C2585B}" type="pres">
      <dgm:prSet presAssocID="{5202C584-D722-4006-9888-91ACF57C3979}" presName="compNode" presStyleCnt="0"/>
      <dgm:spPr/>
    </dgm:pt>
    <dgm:pt modelId="{7EA6744F-E148-4B57-937F-B389B5343D44}" type="pres">
      <dgm:prSet presAssocID="{5202C584-D722-4006-9888-91ACF57C3979}" presName="iconBgRect" presStyleLbl="bgShp" presStyleIdx="3" presStyleCnt="4"/>
      <dgm:spPr/>
    </dgm:pt>
    <dgm:pt modelId="{224CC562-47C7-4354-8434-9FCCD5F9CA31}" type="pres">
      <dgm:prSet presAssocID="{5202C584-D722-4006-9888-91ACF57C397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wton's Cradle with solid fill"/>
        </a:ext>
      </dgm:extLst>
    </dgm:pt>
    <dgm:pt modelId="{7CFE94AC-1D14-4E0F-8522-33A64243942C}" type="pres">
      <dgm:prSet presAssocID="{5202C584-D722-4006-9888-91ACF57C3979}" presName="spaceRect" presStyleCnt="0"/>
      <dgm:spPr/>
    </dgm:pt>
    <dgm:pt modelId="{01D3D955-2B89-4FBC-870D-4260753D618D}" type="pres">
      <dgm:prSet presAssocID="{5202C584-D722-4006-9888-91ACF57C397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E078E08-7C6C-4E4C-A2FF-04D36F42AC34}" srcId="{0975E1A9-0E68-4DE8-A21C-2C5575BE665A}" destId="{5202C584-D722-4006-9888-91ACF57C3979}" srcOrd="3" destOrd="0" parTransId="{1F4F98DF-E46E-4F63-A403-3F9B7236FA97}" sibTransId="{1E584153-C17A-4E2E-9226-5519DA9F8A47}"/>
    <dgm:cxn modelId="{595C5513-1FA4-4DA6-804E-621BB28CB41E}" type="presOf" srcId="{3C88E7AB-3189-4C79-B321-77EA97A36EC0}" destId="{A0A2C58E-6747-4F55-80E5-73131A951310}" srcOrd="0" destOrd="0" presId="urn:microsoft.com/office/officeart/2018/5/layout/IconCircleLabelList"/>
    <dgm:cxn modelId="{CAF5BC31-98F1-4E52-877D-DB32E188075A}" type="presOf" srcId="{AD86E404-08EE-4F7A-9802-5CE9EA3053F9}" destId="{7EEDA593-983A-4F76-ACB8-2AC38E4C838C}" srcOrd="0" destOrd="0" presId="urn:microsoft.com/office/officeart/2018/5/layout/IconCircleLabelList"/>
    <dgm:cxn modelId="{F2667358-1A00-4E68-81DA-83B40634D194}" type="presOf" srcId="{E543E7BA-5A10-48E9-9135-932DC1D83678}" destId="{29C94D21-349A-4556-B9EE-F78196AAB694}" srcOrd="0" destOrd="0" presId="urn:microsoft.com/office/officeart/2018/5/layout/IconCircleLabelList"/>
    <dgm:cxn modelId="{3EA6AED7-8E3D-4D55-B779-4F5AE26C99E0}" srcId="{0975E1A9-0E68-4DE8-A21C-2C5575BE665A}" destId="{E543E7BA-5A10-48E9-9135-932DC1D83678}" srcOrd="2" destOrd="0" parTransId="{3EDC2DEB-2E0C-46B5-94D6-FBC855E42C1E}" sibTransId="{0269F22B-ECC0-4E96-8042-E04FF56680AA}"/>
    <dgm:cxn modelId="{2386CED9-A723-4445-B1C2-2CD1F14C632A}" type="presOf" srcId="{0975E1A9-0E68-4DE8-A21C-2C5575BE665A}" destId="{CBCEE5D4-E79C-4C85-8653-ED85B1FAF991}" srcOrd="0" destOrd="0" presId="urn:microsoft.com/office/officeart/2018/5/layout/IconCircleLabelList"/>
    <dgm:cxn modelId="{C6E774DA-3BF6-4E97-BAB9-3B247C8FC486}" srcId="{0975E1A9-0E68-4DE8-A21C-2C5575BE665A}" destId="{AD86E404-08EE-4F7A-9802-5CE9EA3053F9}" srcOrd="1" destOrd="0" parTransId="{B74FE12F-FC55-4CD0-825D-DFA54DB24DF2}" sibTransId="{94E29EBC-A1F0-440C-B416-B0F9A874B0D9}"/>
    <dgm:cxn modelId="{CCE734E0-9766-4F68-AB34-DD3A7E94C25C}" type="presOf" srcId="{5202C584-D722-4006-9888-91ACF57C3979}" destId="{01D3D955-2B89-4FBC-870D-4260753D618D}" srcOrd="0" destOrd="0" presId="urn:microsoft.com/office/officeart/2018/5/layout/IconCircleLabelList"/>
    <dgm:cxn modelId="{85F024F8-BA01-428D-8815-17885DB94758}" srcId="{0975E1A9-0E68-4DE8-A21C-2C5575BE665A}" destId="{3C88E7AB-3189-4C79-B321-77EA97A36EC0}" srcOrd="0" destOrd="0" parTransId="{68E63009-3993-4668-93A2-FE68CAD5FC95}" sibTransId="{FB413DE6-90AF-4B74-85A7-841AAEBBF507}"/>
    <dgm:cxn modelId="{E8A72531-52AB-49DC-B9FD-EE8C2FD06DCF}" type="presParOf" srcId="{CBCEE5D4-E79C-4C85-8653-ED85B1FAF991}" destId="{BE51AEF0-9DAF-4664-840E-54E3354BE0F2}" srcOrd="0" destOrd="0" presId="urn:microsoft.com/office/officeart/2018/5/layout/IconCircleLabelList"/>
    <dgm:cxn modelId="{E22EAD46-A04A-4C1A-A6DE-D8F5B200DE73}" type="presParOf" srcId="{BE51AEF0-9DAF-4664-840E-54E3354BE0F2}" destId="{FD957D64-A65D-41B0-B7DA-D0BE5D8726F7}" srcOrd="0" destOrd="0" presId="urn:microsoft.com/office/officeart/2018/5/layout/IconCircleLabelList"/>
    <dgm:cxn modelId="{78BE2DB2-2F1B-4BAF-A824-3012D97DD149}" type="presParOf" srcId="{BE51AEF0-9DAF-4664-840E-54E3354BE0F2}" destId="{FE0BD734-2A04-4B1C-B2C8-C58C0A380AD7}" srcOrd="1" destOrd="0" presId="urn:microsoft.com/office/officeart/2018/5/layout/IconCircleLabelList"/>
    <dgm:cxn modelId="{8AA50BF8-404F-4C4C-8093-A2FD8E6DD65C}" type="presParOf" srcId="{BE51AEF0-9DAF-4664-840E-54E3354BE0F2}" destId="{009F618F-C1FB-40C8-BF15-7D4F6E80DE6A}" srcOrd="2" destOrd="0" presId="urn:microsoft.com/office/officeart/2018/5/layout/IconCircleLabelList"/>
    <dgm:cxn modelId="{BCAFDFE9-205F-41E6-815D-512111BB8113}" type="presParOf" srcId="{BE51AEF0-9DAF-4664-840E-54E3354BE0F2}" destId="{A0A2C58E-6747-4F55-80E5-73131A951310}" srcOrd="3" destOrd="0" presId="urn:microsoft.com/office/officeart/2018/5/layout/IconCircleLabelList"/>
    <dgm:cxn modelId="{1C3A4EBD-9AE0-443C-B078-AAF1375904FE}" type="presParOf" srcId="{CBCEE5D4-E79C-4C85-8653-ED85B1FAF991}" destId="{F6AEE587-6325-4E69-8828-ADAE41906E09}" srcOrd="1" destOrd="0" presId="urn:microsoft.com/office/officeart/2018/5/layout/IconCircleLabelList"/>
    <dgm:cxn modelId="{CE4D5527-3EC5-4A4D-BAF5-E56670BEC622}" type="presParOf" srcId="{CBCEE5D4-E79C-4C85-8653-ED85B1FAF991}" destId="{57403654-AAE2-418C-B165-E510CF778447}" srcOrd="2" destOrd="0" presId="urn:microsoft.com/office/officeart/2018/5/layout/IconCircleLabelList"/>
    <dgm:cxn modelId="{8F9D5231-7C43-4E66-B206-21AC19C91272}" type="presParOf" srcId="{57403654-AAE2-418C-B165-E510CF778447}" destId="{DBFF033E-D960-47B8-809E-2A0DAD3D6953}" srcOrd="0" destOrd="0" presId="urn:microsoft.com/office/officeart/2018/5/layout/IconCircleLabelList"/>
    <dgm:cxn modelId="{84F53C71-D7EF-4F9C-B439-FFCED09BD437}" type="presParOf" srcId="{57403654-AAE2-418C-B165-E510CF778447}" destId="{37095D42-7D20-4965-96F1-555077CE5930}" srcOrd="1" destOrd="0" presId="urn:microsoft.com/office/officeart/2018/5/layout/IconCircleLabelList"/>
    <dgm:cxn modelId="{D22F1A16-DE39-476C-BF6D-0B4CC4967086}" type="presParOf" srcId="{57403654-AAE2-418C-B165-E510CF778447}" destId="{F412EC09-F685-4B7A-8EA5-972B7BC984C4}" srcOrd="2" destOrd="0" presId="urn:microsoft.com/office/officeart/2018/5/layout/IconCircleLabelList"/>
    <dgm:cxn modelId="{A7ACF014-DB81-4CA9-BE18-2C2C493DD5F3}" type="presParOf" srcId="{57403654-AAE2-418C-B165-E510CF778447}" destId="{7EEDA593-983A-4F76-ACB8-2AC38E4C838C}" srcOrd="3" destOrd="0" presId="urn:microsoft.com/office/officeart/2018/5/layout/IconCircleLabelList"/>
    <dgm:cxn modelId="{5AAF64FB-7B6B-4A23-81D6-69E7F63EE260}" type="presParOf" srcId="{CBCEE5D4-E79C-4C85-8653-ED85B1FAF991}" destId="{2BCC93EC-4ACB-4B5F-9D29-BD400646C46C}" srcOrd="3" destOrd="0" presId="urn:microsoft.com/office/officeart/2018/5/layout/IconCircleLabelList"/>
    <dgm:cxn modelId="{4122601F-E3F1-45EF-8E3F-6E433133F80B}" type="presParOf" srcId="{CBCEE5D4-E79C-4C85-8653-ED85B1FAF991}" destId="{DB3BACAA-D417-4337-8963-B43B1E43D2A3}" srcOrd="4" destOrd="0" presId="urn:microsoft.com/office/officeart/2018/5/layout/IconCircleLabelList"/>
    <dgm:cxn modelId="{644583E5-5FB9-474C-A144-906F42FFA405}" type="presParOf" srcId="{DB3BACAA-D417-4337-8963-B43B1E43D2A3}" destId="{3453B973-1F89-426D-B87A-F019C1349FC3}" srcOrd="0" destOrd="0" presId="urn:microsoft.com/office/officeart/2018/5/layout/IconCircleLabelList"/>
    <dgm:cxn modelId="{B9B4426E-4A93-4E8C-9A30-1314B90957F4}" type="presParOf" srcId="{DB3BACAA-D417-4337-8963-B43B1E43D2A3}" destId="{2F52B928-0A97-4FC2-A18A-2BB473529800}" srcOrd="1" destOrd="0" presId="urn:microsoft.com/office/officeart/2018/5/layout/IconCircleLabelList"/>
    <dgm:cxn modelId="{EA3245D9-E24B-409D-9344-FA68531C678B}" type="presParOf" srcId="{DB3BACAA-D417-4337-8963-B43B1E43D2A3}" destId="{CCD66DFA-5B33-4DF5-B9F9-BC678C03EA6F}" srcOrd="2" destOrd="0" presId="urn:microsoft.com/office/officeart/2018/5/layout/IconCircleLabelList"/>
    <dgm:cxn modelId="{24D3998D-66F8-4E36-8976-7BD9C886D135}" type="presParOf" srcId="{DB3BACAA-D417-4337-8963-B43B1E43D2A3}" destId="{29C94D21-349A-4556-B9EE-F78196AAB694}" srcOrd="3" destOrd="0" presId="urn:microsoft.com/office/officeart/2018/5/layout/IconCircleLabelList"/>
    <dgm:cxn modelId="{338166BB-E4E8-4B63-BD36-62948ADBDC9D}" type="presParOf" srcId="{CBCEE5D4-E79C-4C85-8653-ED85B1FAF991}" destId="{80B7D366-1369-4BF3-8396-16B5B70D4662}" srcOrd="5" destOrd="0" presId="urn:microsoft.com/office/officeart/2018/5/layout/IconCircleLabelList"/>
    <dgm:cxn modelId="{3C89ABD6-C96B-4C44-A47B-55F6202ED37F}" type="presParOf" srcId="{CBCEE5D4-E79C-4C85-8653-ED85B1FAF991}" destId="{48AE0095-C603-4D08-AF4C-0561F8C2585B}" srcOrd="6" destOrd="0" presId="urn:microsoft.com/office/officeart/2018/5/layout/IconCircleLabelList"/>
    <dgm:cxn modelId="{DC7A25E1-1AA2-4FBE-BA06-C33CF0E4935D}" type="presParOf" srcId="{48AE0095-C603-4D08-AF4C-0561F8C2585B}" destId="{7EA6744F-E148-4B57-937F-B389B5343D44}" srcOrd="0" destOrd="0" presId="urn:microsoft.com/office/officeart/2018/5/layout/IconCircleLabelList"/>
    <dgm:cxn modelId="{D0CF9F31-4786-4E3E-A3A2-B31F66DB257C}" type="presParOf" srcId="{48AE0095-C603-4D08-AF4C-0561F8C2585B}" destId="{224CC562-47C7-4354-8434-9FCCD5F9CA31}" srcOrd="1" destOrd="0" presId="urn:microsoft.com/office/officeart/2018/5/layout/IconCircleLabelList"/>
    <dgm:cxn modelId="{41905C0F-1F5E-4083-A37E-7B8407E69F3E}" type="presParOf" srcId="{48AE0095-C603-4D08-AF4C-0561F8C2585B}" destId="{7CFE94AC-1D14-4E0F-8522-33A64243942C}" srcOrd="2" destOrd="0" presId="urn:microsoft.com/office/officeart/2018/5/layout/IconCircleLabelList"/>
    <dgm:cxn modelId="{3D749F2E-6D27-4AC7-9AD4-2D78E9A95145}" type="presParOf" srcId="{48AE0095-C603-4D08-AF4C-0561F8C2585B}" destId="{01D3D955-2B89-4FBC-870D-4260753D618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43F2BA3-9383-4844-974D-B9E64C185962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E81D0704-3DDF-41EC-A178-DB86F9ABBE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Capture, analyze, and animate human movement with unprecedented realism and precision</a:t>
          </a:r>
        </a:p>
      </dgm:t>
    </dgm:pt>
    <dgm:pt modelId="{AE3B5983-C76E-4BD6-927C-42508A207454}" type="parTrans" cxnId="{5BD1D420-816C-48B4-8A3A-48443A2B0EDB}">
      <dgm:prSet/>
      <dgm:spPr/>
      <dgm:t>
        <a:bodyPr/>
        <a:lstStyle/>
        <a:p>
          <a:endParaRPr lang="en-US"/>
        </a:p>
      </dgm:t>
    </dgm:pt>
    <dgm:pt modelId="{87B8A039-61EF-4C89-806F-53883F831AC1}" type="sibTrans" cxnId="{5BD1D420-816C-48B4-8A3A-48443A2B0EDB}">
      <dgm:prSet/>
      <dgm:spPr/>
      <dgm:t>
        <a:bodyPr/>
        <a:lstStyle/>
        <a:p>
          <a:endParaRPr lang="en-US"/>
        </a:p>
      </dgm:t>
    </dgm:pt>
    <dgm:pt modelId="{EEF53CB0-A918-4C0D-8F83-4010129521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Technology that blends the physical and digital worlds</a:t>
          </a:r>
        </a:p>
      </dgm:t>
    </dgm:pt>
    <dgm:pt modelId="{5C093DAF-FA25-489E-AFB1-B482DD3DFA41}" type="parTrans" cxnId="{FD41A5C6-F763-4CA7-9595-4E3CFB2F3CE4}">
      <dgm:prSet/>
      <dgm:spPr/>
      <dgm:t>
        <a:bodyPr/>
        <a:lstStyle/>
        <a:p>
          <a:endParaRPr lang="en-US"/>
        </a:p>
      </dgm:t>
    </dgm:pt>
    <dgm:pt modelId="{41F4B412-A08F-469A-B567-0E99920D9395}" type="sibTrans" cxnId="{FD41A5C6-F763-4CA7-9595-4E3CFB2F3CE4}">
      <dgm:prSet/>
      <dgm:spPr/>
      <dgm:t>
        <a:bodyPr/>
        <a:lstStyle/>
        <a:p>
          <a:endParaRPr lang="en-US"/>
        </a:p>
      </dgm:t>
    </dgm:pt>
    <dgm:pt modelId="{2C41A59C-1A5A-47F1-AEB9-ED07969970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Future trends in AI, ML, VR and digital content creation</a:t>
          </a:r>
        </a:p>
      </dgm:t>
    </dgm:pt>
    <dgm:pt modelId="{B8DF27F9-B29F-4736-AA95-C088A67F1E19}" type="parTrans" cxnId="{B7500618-C110-400B-BCFA-38CD8884A618}">
      <dgm:prSet/>
      <dgm:spPr/>
      <dgm:t>
        <a:bodyPr/>
        <a:lstStyle/>
        <a:p>
          <a:endParaRPr lang="en-US"/>
        </a:p>
      </dgm:t>
    </dgm:pt>
    <dgm:pt modelId="{95B659B2-E916-4512-855E-B36C792B6F50}" type="sibTrans" cxnId="{B7500618-C110-400B-BCFA-38CD8884A618}">
      <dgm:prSet/>
      <dgm:spPr/>
      <dgm:t>
        <a:bodyPr/>
        <a:lstStyle/>
        <a:p>
          <a:endParaRPr lang="en-US"/>
        </a:p>
      </dgm:t>
    </dgm:pt>
    <dgm:pt modelId="{6EB906ED-A4D6-4350-B7F2-2B5FDAF09D28}" type="pres">
      <dgm:prSet presAssocID="{143F2BA3-9383-4844-974D-B9E64C185962}" presName="root" presStyleCnt="0">
        <dgm:presLayoutVars>
          <dgm:dir/>
          <dgm:resizeHandles val="exact"/>
        </dgm:presLayoutVars>
      </dgm:prSet>
      <dgm:spPr/>
    </dgm:pt>
    <dgm:pt modelId="{C279F1C5-44C2-4F28-9B22-B347226598FB}" type="pres">
      <dgm:prSet presAssocID="{E81D0704-3DDF-41EC-A178-DB86F9ABBE9D}" presName="compNode" presStyleCnt="0"/>
      <dgm:spPr/>
    </dgm:pt>
    <dgm:pt modelId="{C40D73B0-7F49-43A3-9A7B-6528FFE32D02}" type="pres">
      <dgm:prSet presAssocID="{E81D0704-3DDF-41EC-A178-DB86F9ABBE9D}" presName="bgRect" presStyleLbl="bgShp" presStyleIdx="0" presStyleCnt="3"/>
      <dgm:spPr/>
    </dgm:pt>
    <dgm:pt modelId="{EF213151-7F69-4F75-BAB7-6AC3AFC84519}" type="pres">
      <dgm:prSet presAssocID="{E81D0704-3DDF-41EC-A178-DB86F9ABBE9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B201C5FD-0570-49AB-8E9B-995901880993}" type="pres">
      <dgm:prSet presAssocID="{E81D0704-3DDF-41EC-A178-DB86F9ABBE9D}" presName="spaceRect" presStyleCnt="0"/>
      <dgm:spPr/>
    </dgm:pt>
    <dgm:pt modelId="{CFE3139E-6D01-478F-93F7-44532EF64350}" type="pres">
      <dgm:prSet presAssocID="{E81D0704-3DDF-41EC-A178-DB86F9ABBE9D}" presName="parTx" presStyleLbl="revTx" presStyleIdx="0" presStyleCnt="3">
        <dgm:presLayoutVars>
          <dgm:chMax val="0"/>
          <dgm:chPref val="0"/>
        </dgm:presLayoutVars>
      </dgm:prSet>
      <dgm:spPr/>
    </dgm:pt>
    <dgm:pt modelId="{7D604A42-3142-4003-AF11-EA4A4F30FEC6}" type="pres">
      <dgm:prSet presAssocID="{87B8A039-61EF-4C89-806F-53883F831AC1}" presName="sibTrans" presStyleCnt="0"/>
      <dgm:spPr/>
    </dgm:pt>
    <dgm:pt modelId="{24337181-5C60-4BDE-B3DC-768B4748C015}" type="pres">
      <dgm:prSet presAssocID="{EEF53CB0-A918-4C0D-8F83-401012952183}" presName="compNode" presStyleCnt="0"/>
      <dgm:spPr/>
    </dgm:pt>
    <dgm:pt modelId="{05D699AE-1538-4A30-BFDC-B1ECEF010564}" type="pres">
      <dgm:prSet presAssocID="{EEF53CB0-A918-4C0D-8F83-401012952183}" presName="bgRect" presStyleLbl="bgShp" presStyleIdx="1" presStyleCnt="3"/>
      <dgm:spPr/>
    </dgm:pt>
    <dgm:pt modelId="{E6BA105F-F6E9-4290-9621-D0468491F058}" type="pres">
      <dgm:prSet presAssocID="{EEF53CB0-A918-4C0D-8F83-40101295218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77F6767C-EBEE-4819-B780-5DF39077C5D6}" type="pres">
      <dgm:prSet presAssocID="{EEF53CB0-A918-4C0D-8F83-401012952183}" presName="spaceRect" presStyleCnt="0"/>
      <dgm:spPr/>
    </dgm:pt>
    <dgm:pt modelId="{55C1C26F-E1B5-4777-8A4B-6AAC76FDACD2}" type="pres">
      <dgm:prSet presAssocID="{EEF53CB0-A918-4C0D-8F83-401012952183}" presName="parTx" presStyleLbl="revTx" presStyleIdx="1" presStyleCnt="3">
        <dgm:presLayoutVars>
          <dgm:chMax val="0"/>
          <dgm:chPref val="0"/>
        </dgm:presLayoutVars>
      </dgm:prSet>
      <dgm:spPr/>
    </dgm:pt>
    <dgm:pt modelId="{57B55E7F-CAC3-4FC1-9616-7C49229FF2ED}" type="pres">
      <dgm:prSet presAssocID="{41F4B412-A08F-469A-B567-0E99920D9395}" presName="sibTrans" presStyleCnt="0"/>
      <dgm:spPr/>
    </dgm:pt>
    <dgm:pt modelId="{7CFDA2B8-76AB-4825-81D5-A3C84185E2BC}" type="pres">
      <dgm:prSet presAssocID="{2C41A59C-1A5A-47F1-AEB9-ED07969970DD}" presName="compNode" presStyleCnt="0"/>
      <dgm:spPr/>
    </dgm:pt>
    <dgm:pt modelId="{039FC36C-C909-4AAD-BE92-36B535ABE85A}" type="pres">
      <dgm:prSet presAssocID="{2C41A59C-1A5A-47F1-AEB9-ED07969970DD}" presName="bgRect" presStyleLbl="bgShp" presStyleIdx="2" presStyleCnt="3"/>
      <dgm:spPr/>
    </dgm:pt>
    <dgm:pt modelId="{CACD5985-7EA1-4532-B16F-AB90D84F458C}" type="pres">
      <dgm:prSet presAssocID="{2C41A59C-1A5A-47F1-AEB9-ED07969970D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A6D49BA-FA8E-4639-8F50-3E76545536B1}" type="pres">
      <dgm:prSet presAssocID="{2C41A59C-1A5A-47F1-AEB9-ED07969970DD}" presName="spaceRect" presStyleCnt="0"/>
      <dgm:spPr/>
    </dgm:pt>
    <dgm:pt modelId="{F87D4160-3846-45B0-AC38-DE6B7FD22854}" type="pres">
      <dgm:prSet presAssocID="{2C41A59C-1A5A-47F1-AEB9-ED07969970D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FFBB010-9B8B-483D-90AF-71FAF3FBC8A7}" type="presOf" srcId="{2C41A59C-1A5A-47F1-AEB9-ED07969970DD}" destId="{F87D4160-3846-45B0-AC38-DE6B7FD22854}" srcOrd="0" destOrd="0" presId="urn:microsoft.com/office/officeart/2018/2/layout/IconVerticalSolidList"/>
    <dgm:cxn modelId="{B7500618-C110-400B-BCFA-38CD8884A618}" srcId="{143F2BA3-9383-4844-974D-B9E64C185962}" destId="{2C41A59C-1A5A-47F1-AEB9-ED07969970DD}" srcOrd="2" destOrd="0" parTransId="{B8DF27F9-B29F-4736-AA95-C088A67F1E19}" sibTransId="{95B659B2-E916-4512-855E-B36C792B6F50}"/>
    <dgm:cxn modelId="{5BD1D420-816C-48B4-8A3A-48443A2B0EDB}" srcId="{143F2BA3-9383-4844-974D-B9E64C185962}" destId="{E81D0704-3DDF-41EC-A178-DB86F9ABBE9D}" srcOrd="0" destOrd="0" parTransId="{AE3B5983-C76E-4BD6-927C-42508A207454}" sibTransId="{87B8A039-61EF-4C89-806F-53883F831AC1}"/>
    <dgm:cxn modelId="{D7FB0D42-BC8F-4F4F-BD3D-C248DA5480C4}" type="presOf" srcId="{EEF53CB0-A918-4C0D-8F83-401012952183}" destId="{55C1C26F-E1B5-4777-8A4B-6AAC76FDACD2}" srcOrd="0" destOrd="0" presId="urn:microsoft.com/office/officeart/2018/2/layout/IconVerticalSolidList"/>
    <dgm:cxn modelId="{6AAF7A95-417D-4F51-979A-33DFD6B7D2F4}" type="presOf" srcId="{143F2BA3-9383-4844-974D-B9E64C185962}" destId="{6EB906ED-A4D6-4350-B7F2-2B5FDAF09D28}" srcOrd="0" destOrd="0" presId="urn:microsoft.com/office/officeart/2018/2/layout/IconVerticalSolidList"/>
    <dgm:cxn modelId="{A9961799-9128-4843-BFC8-3960B43DB8B3}" type="presOf" srcId="{E81D0704-3DDF-41EC-A178-DB86F9ABBE9D}" destId="{CFE3139E-6D01-478F-93F7-44532EF64350}" srcOrd="0" destOrd="0" presId="urn:microsoft.com/office/officeart/2018/2/layout/IconVerticalSolidList"/>
    <dgm:cxn modelId="{FD41A5C6-F763-4CA7-9595-4E3CFB2F3CE4}" srcId="{143F2BA3-9383-4844-974D-B9E64C185962}" destId="{EEF53CB0-A918-4C0D-8F83-401012952183}" srcOrd="1" destOrd="0" parTransId="{5C093DAF-FA25-489E-AFB1-B482DD3DFA41}" sibTransId="{41F4B412-A08F-469A-B567-0E99920D9395}"/>
    <dgm:cxn modelId="{A1A74A59-B57E-45C0-94F8-B8DBEEC5BE9D}" type="presParOf" srcId="{6EB906ED-A4D6-4350-B7F2-2B5FDAF09D28}" destId="{C279F1C5-44C2-4F28-9B22-B347226598FB}" srcOrd="0" destOrd="0" presId="urn:microsoft.com/office/officeart/2018/2/layout/IconVerticalSolidList"/>
    <dgm:cxn modelId="{4A1032E9-8EA6-4E61-B3D3-6D88AA69B184}" type="presParOf" srcId="{C279F1C5-44C2-4F28-9B22-B347226598FB}" destId="{C40D73B0-7F49-43A3-9A7B-6528FFE32D02}" srcOrd="0" destOrd="0" presId="urn:microsoft.com/office/officeart/2018/2/layout/IconVerticalSolidList"/>
    <dgm:cxn modelId="{0DB4EF5F-F0B1-4D51-A3BA-4618EADC0D85}" type="presParOf" srcId="{C279F1C5-44C2-4F28-9B22-B347226598FB}" destId="{EF213151-7F69-4F75-BAB7-6AC3AFC84519}" srcOrd="1" destOrd="0" presId="urn:microsoft.com/office/officeart/2018/2/layout/IconVerticalSolidList"/>
    <dgm:cxn modelId="{7F91688C-B687-4D16-B8B6-93C2C100E69C}" type="presParOf" srcId="{C279F1C5-44C2-4F28-9B22-B347226598FB}" destId="{B201C5FD-0570-49AB-8E9B-995901880993}" srcOrd="2" destOrd="0" presId="urn:microsoft.com/office/officeart/2018/2/layout/IconVerticalSolidList"/>
    <dgm:cxn modelId="{EF3A36E0-A9B1-4B6A-B395-4276E7B10918}" type="presParOf" srcId="{C279F1C5-44C2-4F28-9B22-B347226598FB}" destId="{CFE3139E-6D01-478F-93F7-44532EF64350}" srcOrd="3" destOrd="0" presId="urn:microsoft.com/office/officeart/2018/2/layout/IconVerticalSolidList"/>
    <dgm:cxn modelId="{E97E97CD-8DDF-46C5-96FE-62B92DC2EA89}" type="presParOf" srcId="{6EB906ED-A4D6-4350-B7F2-2B5FDAF09D28}" destId="{7D604A42-3142-4003-AF11-EA4A4F30FEC6}" srcOrd="1" destOrd="0" presId="urn:microsoft.com/office/officeart/2018/2/layout/IconVerticalSolidList"/>
    <dgm:cxn modelId="{50F9E161-E680-4F03-88C0-5CDC8925AE7A}" type="presParOf" srcId="{6EB906ED-A4D6-4350-B7F2-2B5FDAF09D28}" destId="{24337181-5C60-4BDE-B3DC-768B4748C015}" srcOrd="2" destOrd="0" presId="urn:microsoft.com/office/officeart/2018/2/layout/IconVerticalSolidList"/>
    <dgm:cxn modelId="{924E84D0-9E4A-44B4-924C-25C99C02FE1C}" type="presParOf" srcId="{24337181-5C60-4BDE-B3DC-768B4748C015}" destId="{05D699AE-1538-4A30-BFDC-B1ECEF010564}" srcOrd="0" destOrd="0" presId="urn:microsoft.com/office/officeart/2018/2/layout/IconVerticalSolidList"/>
    <dgm:cxn modelId="{14FE8CC2-D259-458F-945A-E26B8ABF1210}" type="presParOf" srcId="{24337181-5C60-4BDE-B3DC-768B4748C015}" destId="{E6BA105F-F6E9-4290-9621-D0468491F058}" srcOrd="1" destOrd="0" presId="urn:microsoft.com/office/officeart/2018/2/layout/IconVerticalSolidList"/>
    <dgm:cxn modelId="{9F644EDD-8FCC-4868-BDD2-38353AEDC7CC}" type="presParOf" srcId="{24337181-5C60-4BDE-B3DC-768B4748C015}" destId="{77F6767C-EBEE-4819-B780-5DF39077C5D6}" srcOrd="2" destOrd="0" presId="urn:microsoft.com/office/officeart/2018/2/layout/IconVerticalSolidList"/>
    <dgm:cxn modelId="{4EC4DF11-CF47-40C7-A13D-FEAA7F50CF04}" type="presParOf" srcId="{24337181-5C60-4BDE-B3DC-768B4748C015}" destId="{55C1C26F-E1B5-4777-8A4B-6AAC76FDACD2}" srcOrd="3" destOrd="0" presId="urn:microsoft.com/office/officeart/2018/2/layout/IconVerticalSolidList"/>
    <dgm:cxn modelId="{956A0B69-B34B-4E31-AD4B-85B3EB4FEE8A}" type="presParOf" srcId="{6EB906ED-A4D6-4350-B7F2-2B5FDAF09D28}" destId="{57B55E7F-CAC3-4FC1-9616-7C49229FF2ED}" srcOrd="3" destOrd="0" presId="urn:microsoft.com/office/officeart/2018/2/layout/IconVerticalSolidList"/>
    <dgm:cxn modelId="{E79F643C-6A46-484F-A5C1-F9CB49B9C616}" type="presParOf" srcId="{6EB906ED-A4D6-4350-B7F2-2B5FDAF09D28}" destId="{7CFDA2B8-76AB-4825-81D5-A3C84185E2BC}" srcOrd="4" destOrd="0" presId="urn:microsoft.com/office/officeart/2018/2/layout/IconVerticalSolidList"/>
    <dgm:cxn modelId="{FFEE63F6-25CD-4EE4-8090-9E9E8E6F87E3}" type="presParOf" srcId="{7CFDA2B8-76AB-4825-81D5-A3C84185E2BC}" destId="{039FC36C-C909-4AAD-BE92-36B535ABE85A}" srcOrd="0" destOrd="0" presId="urn:microsoft.com/office/officeart/2018/2/layout/IconVerticalSolidList"/>
    <dgm:cxn modelId="{4936A5C2-5DB1-493E-BA51-B4F73EB1CFF2}" type="presParOf" srcId="{7CFDA2B8-76AB-4825-81D5-A3C84185E2BC}" destId="{CACD5985-7EA1-4532-B16F-AB90D84F458C}" srcOrd="1" destOrd="0" presId="urn:microsoft.com/office/officeart/2018/2/layout/IconVerticalSolidList"/>
    <dgm:cxn modelId="{0DDD8FB2-488E-449E-8175-18D975DEB18E}" type="presParOf" srcId="{7CFDA2B8-76AB-4825-81D5-A3C84185E2BC}" destId="{AA6D49BA-FA8E-4639-8F50-3E76545536B1}" srcOrd="2" destOrd="0" presId="urn:microsoft.com/office/officeart/2018/2/layout/IconVerticalSolidList"/>
    <dgm:cxn modelId="{830FD641-AB24-4AF7-912A-A1286C0B10F6}" type="presParOf" srcId="{7CFDA2B8-76AB-4825-81D5-A3C84185E2BC}" destId="{F87D4160-3846-45B0-AC38-DE6B7FD228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3039E-988B-4DDE-B876-49E17CB8DD2B}">
      <dsp:nvSpPr>
        <dsp:cNvPr id="0" name=""/>
        <dsp:cNvSpPr/>
      </dsp:nvSpPr>
      <dsp:spPr>
        <a:xfrm>
          <a:off x="0" y="552"/>
          <a:ext cx="10972800" cy="1292816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F3FF1-BC7B-49CC-BF2A-B789C22B623A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09D17D-B3D0-43A1-A619-702027756BE6}">
      <dsp:nvSpPr>
        <dsp:cNvPr id="0" name=""/>
        <dsp:cNvSpPr/>
      </dsp:nvSpPr>
      <dsp:spPr>
        <a:xfrm>
          <a:off x="1493203" y="552"/>
          <a:ext cx="94795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Technology that records motions of objects or people digitally</a:t>
          </a:r>
        </a:p>
      </dsp:txBody>
      <dsp:txXfrm>
        <a:off x="1493203" y="552"/>
        <a:ext cx="9479596" cy="1292816"/>
      </dsp:txXfrm>
    </dsp:sp>
    <dsp:sp modelId="{85A1FB23-9601-409C-80B8-7D3BBF3470FA}">
      <dsp:nvSpPr>
        <dsp:cNvPr id="0" name=""/>
        <dsp:cNvSpPr/>
      </dsp:nvSpPr>
      <dsp:spPr>
        <a:xfrm>
          <a:off x="0" y="1616573"/>
          <a:ext cx="10972800" cy="1292816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7A0BD8-0B49-4527-BA6F-47E4A81AD476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86242-33E3-4FEB-A35A-D31CA1396D04}">
      <dsp:nvSpPr>
        <dsp:cNvPr id="0" name=""/>
        <dsp:cNvSpPr/>
      </dsp:nvSpPr>
      <dsp:spPr>
        <a:xfrm>
          <a:off x="1493203" y="1616573"/>
          <a:ext cx="94795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Provides realistic movement in animation, video games, and motion pictures</a:t>
          </a:r>
        </a:p>
      </dsp:txBody>
      <dsp:txXfrm>
        <a:off x="1493203" y="1616573"/>
        <a:ext cx="9479596" cy="1292816"/>
      </dsp:txXfrm>
    </dsp:sp>
    <dsp:sp modelId="{999DBEDB-CD82-43CD-85C3-CE845BA628C1}">
      <dsp:nvSpPr>
        <dsp:cNvPr id="0" name=""/>
        <dsp:cNvSpPr/>
      </dsp:nvSpPr>
      <dsp:spPr>
        <a:xfrm>
          <a:off x="0" y="3232593"/>
          <a:ext cx="10972800" cy="1292816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A4571B-1B47-4B69-850D-DBC74DF36CA0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241970-B7BB-4720-B90F-5B03B3A2C858}">
      <dsp:nvSpPr>
        <dsp:cNvPr id="0" name=""/>
        <dsp:cNvSpPr/>
      </dsp:nvSpPr>
      <dsp:spPr>
        <a:xfrm>
          <a:off x="1493203" y="3232593"/>
          <a:ext cx="94795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Evolved over centuries through advancements in spatial measuring, photography, and computing</a:t>
          </a:r>
        </a:p>
      </dsp:txBody>
      <dsp:txXfrm>
        <a:off x="1493203" y="3232593"/>
        <a:ext cx="9479596" cy="12928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92D04-F1B8-44E4-8687-1BDBBCCF8729}">
      <dsp:nvSpPr>
        <dsp:cNvPr id="0" name=""/>
        <dsp:cNvSpPr/>
      </dsp:nvSpPr>
      <dsp:spPr>
        <a:xfrm>
          <a:off x="579602" y="953661"/>
          <a:ext cx="1447713" cy="144771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40105C-3BF7-480F-A499-505C0551CA31}">
      <dsp:nvSpPr>
        <dsp:cNvPr id="0" name=""/>
        <dsp:cNvSpPr/>
      </dsp:nvSpPr>
      <dsp:spPr>
        <a:xfrm>
          <a:off x="888131" y="1262190"/>
          <a:ext cx="830655" cy="8306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5C09E-B922-4993-963B-CD44F29FC064}">
      <dsp:nvSpPr>
        <dsp:cNvPr id="0" name=""/>
        <dsp:cNvSpPr/>
      </dsp:nvSpPr>
      <dsp:spPr>
        <a:xfrm>
          <a:off x="0" y="3220055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000" kern="1200" dirty="0"/>
            <a:t>Video games</a:t>
          </a:r>
        </a:p>
      </dsp:txBody>
      <dsp:txXfrm>
        <a:off x="0" y="3220055"/>
        <a:ext cx="2373300" cy="720000"/>
      </dsp:txXfrm>
    </dsp:sp>
    <dsp:sp modelId="{073A8742-063A-498F-9B62-39282B9FDDEC}">
      <dsp:nvSpPr>
        <dsp:cNvPr id="0" name=""/>
        <dsp:cNvSpPr/>
      </dsp:nvSpPr>
      <dsp:spPr>
        <a:xfrm>
          <a:off x="3368229" y="953661"/>
          <a:ext cx="1447713" cy="144771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49FB6F-6955-4DCB-B0FC-358BCFC78741}">
      <dsp:nvSpPr>
        <dsp:cNvPr id="0" name=""/>
        <dsp:cNvSpPr/>
      </dsp:nvSpPr>
      <dsp:spPr>
        <a:xfrm>
          <a:off x="3676758" y="1262190"/>
          <a:ext cx="830655" cy="8306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DED8D5-95BF-44C6-B903-2FCFF8EB6938}">
      <dsp:nvSpPr>
        <dsp:cNvPr id="0" name=""/>
        <dsp:cNvSpPr/>
      </dsp:nvSpPr>
      <dsp:spPr>
        <a:xfrm>
          <a:off x="2807252" y="3214605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000" kern="1200" dirty="0"/>
            <a:t>Movies</a:t>
          </a:r>
        </a:p>
      </dsp:txBody>
      <dsp:txXfrm>
        <a:off x="2807252" y="3214605"/>
        <a:ext cx="2373300" cy="720000"/>
      </dsp:txXfrm>
    </dsp:sp>
    <dsp:sp modelId="{57DC8613-CF82-4BC1-955A-03821C5F9493}">
      <dsp:nvSpPr>
        <dsp:cNvPr id="0" name=""/>
        <dsp:cNvSpPr/>
      </dsp:nvSpPr>
      <dsp:spPr>
        <a:xfrm>
          <a:off x="6156857" y="953661"/>
          <a:ext cx="1447713" cy="144771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011404-F8E2-4367-8A05-6F0B2CE15359}">
      <dsp:nvSpPr>
        <dsp:cNvPr id="0" name=""/>
        <dsp:cNvSpPr/>
      </dsp:nvSpPr>
      <dsp:spPr>
        <a:xfrm>
          <a:off x="6465386" y="1262190"/>
          <a:ext cx="830655" cy="8306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32482E-0085-4761-B648-D34376871ED3}">
      <dsp:nvSpPr>
        <dsp:cNvPr id="0" name=""/>
        <dsp:cNvSpPr/>
      </dsp:nvSpPr>
      <dsp:spPr>
        <a:xfrm>
          <a:off x="5824144" y="3230553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000" kern="1200" dirty="0"/>
            <a:t>Robotics</a:t>
          </a:r>
        </a:p>
      </dsp:txBody>
      <dsp:txXfrm>
        <a:off x="5824144" y="3230553"/>
        <a:ext cx="2373300" cy="720000"/>
      </dsp:txXfrm>
    </dsp:sp>
    <dsp:sp modelId="{AB5BB269-922E-4C78-8A86-0A429B6E6BC0}">
      <dsp:nvSpPr>
        <dsp:cNvPr id="0" name=""/>
        <dsp:cNvSpPr/>
      </dsp:nvSpPr>
      <dsp:spPr>
        <a:xfrm>
          <a:off x="8945484" y="953661"/>
          <a:ext cx="1447713" cy="144771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D05778-F7D8-4E73-9721-FF6F1197D3EC}">
      <dsp:nvSpPr>
        <dsp:cNvPr id="0" name=""/>
        <dsp:cNvSpPr/>
      </dsp:nvSpPr>
      <dsp:spPr>
        <a:xfrm>
          <a:off x="9254013" y="1262190"/>
          <a:ext cx="830655" cy="8306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75776E-7C9C-4429-91A7-216495A144BA}">
      <dsp:nvSpPr>
        <dsp:cNvPr id="0" name=""/>
        <dsp:cNvSpPr/>
      </dsp:nvSpPr>
      <dsp:spPr>
        <a:xfrm>
          <a:off x="8599500" y="3230553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000" kern="1200" dirty="0"/>
            <a:t>Medicine</a:t>
          </a:r>
        </a:p>
      </dsp:txBody>
      <dsp:txXfrm>
        <a:off x="8599500" y="3230553"/>
        <a:ext cx="23733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957D64-A65D-41B0-B7DA-D0BE5D8726F7}">
      <dsp:nvSpPr>
        <dsp:cNvPr id="0" name=""/>
        <dsp:cNvSpPr/>
      </dsp:nvSpPr>
      <dsp:spPr>
        <a:xfrm>
          <a:off x="579602" y="953661"/>
          <a:ext cx="1447713" cy="1447713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0BD734-2A04-4B1C-B2C8-C58C0A380AD7}">
      <dsp:nvSpPr>
        <dsp:cNvPr id="0" name=""/>
        <dsp:cNvSpPr/>
      </dsp:nvSpPr>
      <dsp:spPr>
        <a:xfrm>
          <a:off x="888131" y="1262190"/>
          <a:ext cx="830655" cy="8306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2C58E-6747-4F55-80E5-73131A951310}">
      <dsp:nvSpPr>
        <dsp:cNvPr id="0" name=""/>
        <dsp:cNvSpPr/>
      </dsp:nvSpPr>
      <dsp:spPr>
        <a:xfrm>
          <a:off x="116808" y="2852301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Low latency and near-real-time performance</a:t>
          </a:r>
        </a:p>
      </dsp:txBody>
      <dsp:txXfrm>
        <a:off x="116808" y="2852301"/>
        <a:ext cx="2373300" cy="720000"/>
      </dsp:txXfrm>
    </dsp:sp>
    <dsp:sp modelId="{DBFF033E-D960-47B8-809E-2A0DAD3D6953}">
      <dsp:nvSpPr>
        <dsp:cNvPr id="0" name=""/>
        <dsp:cNvSpPr/>
      </dsp:nvSpPr>
      <dsp:spPr>
        <a:xfrm>
          <a:off x="3368229" y="953661"/>
          <a:ext cx="1447713" cy="1447713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095D42-7D20-4965-96F1-555077CE5930}">
      <dsp:nvSpPr>
        <dsp:cNvPr id="0" name=""/>
        <dsp:cNvSpPr/>
      </dsp:nvSpPr>
      <dsp:spPr>
        <a:xfrm>
          <a:off x="3676758" y="1262190"/>
          <a:ext cx="830655" cy="8306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EDA593-983A-4F76-ACB8-2AC38E4C838C}">
      <dsp:nvSpPr>
        <dsp:cNvPr id="0" name=""/>
        <dsp:cNvSpPr/>
      </dsp:nvSpPr>
      <dsp:spPr>
        <a:xfrm>
          <a:off x="2905436" y="2852301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Ability to replicate complex movements and interactions</a:t>
          </a:r>
        </a:p>
      </dsp:txBody>
      <dsp:txXfrm>
        <a:off x="2905436" y="2852301"/>
        <a:ext cx="2373300" cy="720000"/>
      </dsp:txXfrm>
    </dsp:sp>
    <dsp:sp modelId="{3453B973-1F89-426D-B87A-F019C1349FC3}">
      <dsp:nvSpPr>
        <dsp:cNvPr id="0" name=""/>
        <dsp:cNvSpPr/>
      </dsp:nvSpPr>
      <dsp:spPr>
        <a:xfrm>
          <a:off x="6156857" y="953661"/>
          <a:ext cx="1447713" cy="1447713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52B928-0A97-4FC2-A18A-2BB473529800}">
      <dsp:nvSpPr>
        <dsp:cNvPr id="0" name=""/>
        <dsp:cNvSpPr/>
      </dsp:nvSpPr>
      <dsp:spPr>
        <a:xfrm>
          <a:off x="6465386" y="1262190"/>
          <a:ext cx="830655" cy="8306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94D21-349A-4556-B9EE-F78196AAB694}">
      <dsp:nvSpPr>
        <dsp:cNvPr id="0" name=""/>
        <dsp:cNvSpPr/>
      </dsp:nvSpPr>
      <dsp:spPr>
        <a:xfrm>
          <a:off x="5694063" y="2852301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Cost-effectiveness in producing large amounts of animation data</a:t>
          </a:r>
        </a:p>
      </dsp:txBody>
      <dsp:txXfrm>
        <a:off x="5694063" y="2852301"/>
        <a:ext cx="2373300" cy="720000"/>
      </dsp:txXfrm>
    </dsp:sp>
    <dsp:sp modelId="{7EA6744F-E148-4B57-937F-B389B5343D44}">
      <dsp:nvSpPr>
        <dsp:cNvPr id="0" name=""/>
        <dsp:cNvSpPr/>
      </dsp:nvSpPr>
      <dsp:spPr>
        <a:xfrm>
          <a:off x="8945484" y="953661"/>
          <a:ext cx="1447713" cy="1447713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CC562-47C7-4354-8434-9FCCD5F9CA31}">
      <dsp:nvSpPr>
        <dsp:cNvPr id="0" name=""/>
        <dsp:cNvSpPr/>
      </dsp:nvSpPr>
      <dsp:spPr>
        <a:xfrm>
          <a:off x="9254013" y="1262190"/>
          <a:ext cx="830655" cy="8306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3D955-2B89-4FBC-870D-4260753D618D}">
      <dsp:nvSpPr>
        <dsp:cNvPr id="0" name=""/>
        <dsp:cNvSpPr/>
      </dsp:nvSpPr>
      <dsp:spPr>
        <a:xfrm>
          <a:off x="8482691" y="2852301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Availability of free software and third-party solutions</a:t>
          </a:r>
        </a:p>
      </dsp:txBody>
      <dsp:txXfrm>
        <a:off x="8482691" y="2852301"/>
        <a:ext cx="23733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957D64-A65D-41B0-B7DA-D0BE5D8726F7}">
      <dsp:nvSpPr>
        <dsp:cNvPr id="0" name=""/>
        <dsp:cNvSpPr/>
      </dsp:nvSpPr>
      <dsp:spPr>
        <a:xfrm>
          <a:off x="579602" y="953661"/>
          <a:ext cx="1447713" cy="1447713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0BD734-2A04-4B1C-B2C8-C58C0A380AD7}">
      <dsp:nvSpPr>
        <dsp:cNvPr id="0" name=""/>
        <dsp:cNvSpPr/>
      </dsp:nvSpPr>
      <dsp:spPr>
        <a:xfrm>
          <a:off x="888131" y="1262190"/>
          <a:ext cx="830655" cy="8306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2C58E-6747-4F55-80E5-73131A951310}">
      <dsp:nvSpPr>
        <dsp:cNvPr id="0" name=""/>
        <dsp:cNvSpPr/>
      </dsp:nvSpPr>
      <dsp:spPr>
        <a:xfrm>
          <a:off x="116808" y="2852301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Needs specialized software/hardware</a:t>
          </a:r>
        </a:p>
      </dsp:txBody>
      <dsp:txXfrm>
        <a:off x="116808" y="2852301"/>
        <a:ext cx="2373300" cy="720000"/>
      </dsp:txXfrm>
    </dsp:sp>
    <dsp:sp modelId="{DBFF033E-D960-47B8-809E-2A0DAD3D6953}">
      <dsp:nvSpPr>
        <dsp:cNvPr id="0" name=""/>
        <dsp:cNvSpPr/>
      </dsp:nvSpPr>
      <dsp:spPr>
        <a:xfrm>
          <a:off x="3368229" y="953661"/>
          <a:ext cx="1447713" cy="1447713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095D42-7D20-4965-96F1-555077CE5930}">
      <dsp:nvSpPr>
        <dsp:cNvPr id="0" name=""/>
        <dsp:cNvSpPr/>
      </dsp:nvSpPr>
      <dsp:spPr>
        <a:xfrm>
          <a:off x="3676758" y="1262190"/>
          <a:ext cx="830655" cy="8306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EDA593-983A-4F76-ACB8-2AC38E4C838C}">
      <dsp:nvSpPr>
        <dsp:cNvPr id="0" name=""/>
        <dsp:cNvSpPr/>
      </dsp:nvSpPr>
      <dsp:spPr>
        <a:xfrm>
          <a:off x="2905436" y="2852301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Small productions face affordability issues</a:t>
          </a:r>
        </a:p>
      </dsp:txBody>
      <dsp:txXfrm>
        <a:off x="2905436" y="2852301"/>
        <a:ext cx="2373300" cy="720000"/>
      </dsp:txXfrm>
    </dsp:sp>
    <dsp:sp modelId="{3453B973-1F89-426D-B87A-F019C1349FC3}">
      <dsp:nvSpPr>
        <dsp:cNvPr id="0" name=""/>
        <dsp:cNvSpPr/>
      </dsp:nvSpPr>
      <dsp:spPr>
        <a:xfrm>
          <a:off x="6156857" y="953661"/>
          <a:ext cx="1447713" cy="1447713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52B928-0A97-4FC2-A18A-2BB473529800}">
      <dsp:nvSpPr>
        <dsp:cNvPr id="0" name=""/>
        <dsp:cNvSpPr/>
      </dsp:nvSpPr>
      <dsp:spPr>
        <a:xfrm>
          <a:off x="6465386" y="1262190"/>
          <a:ext cx="830655" cy="8306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94D21-349A-4556-B9EE-F78196AAB694}">
      <dsp:nvSpPr>
        <dsp:cNvPr id="0" name=""/>
        <dsp:cNvSpPr/>
      </dsp:nvSpPr>
      <dsp:spPr>
        <a:xfrm>
          <a:off x="5694063" y="2852301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Space requirements for capture system</a:t>
          </a:r>
        </a:p>
      </dsp:txBody>
      <dsp:txXfrm>
        <a:off x="5694063" y="2852301"/>
        <a:ext cx="2373300" cy="720000"/>
      </dsp:txXfrm>
    </dsp:sp>
    <dsp:sp modelId="{7EA6744F-E148-4B57-937F-B389B5343D44}">
      <dsp:nvSpPr>
        <dsp:cNvPr id="0" name=""/>
        <dsp:cNvSpPr/>
      </dsp:nvSpPr>
      <dsp:spPr>
        <a:xfrm>
          <a:off x="8945484" y="953661"/>
          <a:ext cx="1447713" cy="1447713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CC562-47C7-4354-8434-9FCCD5F9CA31}">
      <dsp:nvSpPr>
        <dsp:cNvPr id="0" name=""/>
        <dsp:cNvSpPr/>
      </dsp:nvSpPr>
      <dsp:spPr>
        <a:xfrm>
          <a:off x="9254013" y="1262190"/>
          <a:ext cx="830655" cy="8306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3D955-2B89-4FBC-870D-4260753D618D}">
      <dsp:nvSpPr>
        <dsp:cNvPr id="0" name=""/>
        <dsp:cNvSpPr/>
      </dsp:nvSpPr>
      <dsp:spPr>
        <a:xfrm>
          <a:off x="8482691" y="2852301"/>
          <a:ext cx="2373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Physics-violating movements are uncapturable</a:t>
          </a:r>
        </a:p>
      </dsp:txBody>
      <dsp:txXfrm>
        <a:off x="8482691" y="2852301"/>
        <a:ext cx="23733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0D73B0-7F49-43A3-9A7B-6528FFE32D02}">
      <dsp:nvSpPr>
        <dsp:cNvPr id="0" name=""/>
        <dsp:cNvSpPr/>
      </dsp:nvSpPr>
      <dsp:spPr>
        <a:xfrm>
          <a:off x="0" y="552"/>
          <a:ext cx="10972800" cy="1292816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213151-7F69-4F75-BAB7-6AC3AFC84519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3139E-6D01-478F-93F7-44532EF64350}">
      <dsp:nvSpPr>
        <dsp:cNvPr id="0" name=""/>
        <dsp:cNvSpPr/>
      </dsp:nvSpPr>
      <dsp:spPr>
        <a:xfrm>
          <a:off x="1493203" y="552"/>
          <a:ext cx="94795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Capture, analyze, and animate human movement with unprecedented realism and precision</a:t>
          </a:r>
        </a:p>
      </dsp:txBody>
      <dsp:txXfrm>
        <a:off x="1493203" y="552"/>
        <a:ext cx="9479596" cy="1292816"/>
      </dsp:txXfrm>
    </dsp:sp>
    <dsp:sp modelId="{05D699AE-1538-4A30-BFDC-B1ECEF010564}">
      <dsp:nvSpPr>
        <dsp:cNvPr id="0" name=""/>
        <dsp:cNvSpPr/>
      </dsp:nvSpPr>
      <dsp:spPr>
        <a:xfrm>
          <a:off x="0" y="1616573"/>
          <a:ext cx="10972800" cy="1292816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BA105F-F6E9-4290-9621-D0468491F058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C1C26F-E1B5-4777-8A4B-6AAC76FDACD2}">
      <dsp:nvSpPr>
        <dsp:cNvPr id="0" name=""/>
        <dsp:cNvSpPr/>
      </dsp:nvSpPr>
      <dsp:spPr>
        <a:xfrm>
          <a:off x="1493203" y="1616573"/>
          <a:ext cx="94795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Technology that blends the physical and digital worlds</a:t>
          </a:r>
        </a:p>
      </dsp:txBody>
      <dsp:txXfrm>
        <a:off x="1493203" y="1616573"/>
        <a:ext cx="9479596" cy="1292816"/>
      </dsp:txXfrm>
    </dsp:sp>
    <dsp:sp modelId="{039FC36C-C909-4AAD-BE92-36B535ABE85A}">
      <dsp:nvSpPr>
        <dsp:cNvPr id="0" name=""/>
        <dsp:cNvSpPr/>
      </dsp:nvSpPr>
      <dsp:spPr>
        <a:xfrm>
          <a:off x="0" y="3232593"/>
          <a:ext cx="10972800" cy="1292816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D5985-7EA1-4532-B16F-AB90D84F458C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7D4160-3846-45B0-AC38-DE6B7FD22854}">
      <dsp:nvSpPr>
        <dsp:cNvPr id="0" name=""/>
        <dsp:cNvSpPr/>
      </dsp:nvSpPr>
      <dsp:spPr>
        <a:xfrm>
          <a:off x="1493203" y="3232593"/>
          <a:ext cx="94795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Future trends in AI, ML, VR and digital content creation</a:t>
          </a:r>
        </a:p>
      </dsp:txBody>
      <dsp:txXfrm>
        <a:off x="1493203" y="3232593"/>
        <a:ext cx="9479596" cy="1292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5A6AF-8652-4CBA-BB4C-DAD5DFE7622D}" type="datetimeFigureOut">
              <a:rPr lang="en-US" smtClean="0"/>
              <a:t>6/10/2024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C94CF6-B0CE-49E0-971E-2CAD6C2A7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6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9B8EB-2272-421F-B719-AEAC87F36E28}" type="datetime1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7F4D4-44B5-4968-90B6-CDABAD4C145E}" type="datetime1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F9245-B578-4818-A5B9-8B240313A6AC}" type="datetime1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27808-2EE4-49C5-8439-3115DBAC8D41}" type="datetime1">
              <a:rPr lang="en-US" smtClean="0"/>
              <a:t>6/10/2024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AB7C5-81EC-492D-91D5-E8F51EADECFD}" type="datetime1">
              <a:rPr lang="en-US" smtClean="0"/>
              <a:t>6/10/2024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45BC4-7FD7-4BB6-B78F-1D716058A933}" type="datetime1">
              <a:rPr lang="en-US" smtClean="0"/>
              <a:t>6/10/2024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BB1C5-5FEC-4BFA-A6B0-CF496E47308B}" type="datetime1">
              <a:rPr lang="en-US" smtClean="0"/>
              <a:t>6/10/2024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BFB12-FBB8-49A2-B9A1-E04C34073962}" type="datetime1">
              <a:rPr lang="en-US" smtClean="0"/>
              <a:t>6/10/2024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9CE2B-92E7-49F2-80D2-7B4598C0B4EB}" type="datetime1">
              <a:rPr lang="en-US" smtClean="0"/>
              <a:t>6/10/2024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C2277-EEFC-4307-894E-008AE1C902E2}" type="datetime1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0FFD2-3836-4B43-837C-3EE150EAB381}" type="datetime1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D8BB5-020D-4843-A55B-BB113D860C3C}" type="datetime1">
              <a:rPr lang="en-US" smtClean="0"/>
              <a:t>6/10/2024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25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artoon of a person in a white shirt&#10;&#10;Description automatically generated">
            <a:extLst>
              <a:ext uri="{FF2B5EF4-FFF2-40B4-BE49-F238E27FC236}">
                <a16:creationId xmlns:a16="http://schemas.microsoft.com/office/drawing/2014/main" id="{223FADA6-0AE8-F994-5E7F-FA2076EC4A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b="1277"/>
          <a:stretch/>
        </p:blipFill>
        <p:spPr>
          <a:xfrm>
            <a:off x="128585" y="115194"/>
            <a:ext cx="11934817" cy="6627613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94B0630-67C8-1D55-6609-704E56714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422400"/>
            <a:ext cx="5505449" cy="2387600"/>
          </a:xfrm>
        </p:spPr>
        <p:txBody>
          <a:bodyPr>
            <a:normAutofit/>
          </a:bodyPr>
          <a:lstStyle/>
          <a:p>
            <a:pPr algn="l"/>
            <a:r>
              <a:rPr lang="en-US" sz="5000">
                <a:solidFill>
                  <a:schemeClr val="bg1"/>
                </a:solidFill>
              </a:rPr>
              <a:t>Motion Capture Technology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9D19858-1F1D-A8CD-C8D9-834FF7667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</a:rPr>
              <a:t>Presenter : Ayush Tuladhar</a:t>
            </a:r>
          </a:p>
          <a:p>
            <a:pPr algn="l"/>
            <a:r>
              <a:rPr lang="en-US" sz="2000">
                <a:solidFill>
                  <a:schemeClr val="bg1"/>
                </a:solidFill>
              </a:rPr>
              <a:t>Bsc. CSIT 1st Semester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89CBBC-7743-43D9-A324-25CB472E9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4D18C0E-6F83-DA60-4383-D40A84DC6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8690F-87AF-4821-8405-857E1652EB6D}" type="datetime1">
              <a:rPr lang="en-US" smtClean="0"/>
              <a:t>6/10/2024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2818A-128D-CE82-2413-13FEB874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59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graphicFrame>
        <p:nvGraphicFramePr>
          <p:cNvPr id="25" name="Content Placeholder 17">
            <a:extLst>
              <a:ext uri="{FF2B5EF4-FFF2-40B4-BE49-F238E27FC236}">
                <a16:creationId xmlns:a16="http://schemas.microsoft.com/office/drawing/2014/main" id="{8F75EB7C-AE86-F5FE-190B-3D236A81B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3712604"/>
              </p:ext>
            </p:extLst>
          </p:nvPr>
        </p:nvGraphicFramePr>
        <p:xfrm>
          <a:off x="609600" y="1600206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B55FD657-6B53-63F1-5B43-FEBA7A0B5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6F3F3-8844-49AA-8D63-321AEBD00E97}" type="datetime1">
              <a:rPr lang="en-US" smtClean="0"/>
              <a:t>6/10/2024</a:t>
            </a:fld>
            <a:endParaRPr lang="en-US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9D647A4F-0150-A500-D8A0-B306264E2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 of Motion Capture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1. Optical Systems</a:t>
            </a:r>
          </a:p>
          <a:p>
            <a:r>
              <a:rPr dirty="0"/>
              <a:t>Passive Marker Systems</a:t>
            </a:r>
            <a:endParaRPr lang="en-US" dirty="0"/>
          </a:p>
          <a:p>
            <a:r>
              <a:rPr lang="en-US" dirty="0"/>
              <a:t>Active Marker Systems</a:t>
            </a:r>
          </a:p>
          <a:p>
            <a:r>
              <a:rPr dirty="0" err="1"/>
              <a:t>Markerless</a:t>
            </a:r>
            <a:r>
              <a:rPr dirty="0"/>
              <a:t> Systems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2. Non-Optical Systems</a:t>
            </a:r>
          </a:p>
          <a:p>
            <a:r>
              <a:rPr dirty="0"/>
              <a:t>Inertial Systems</a:t>
            </a:r>
          </a:p>
          <a:p>
            <a:r>
              <a:rPr dirty="0"/>
              <a:t>Mechanical Systems</a:t>
            </a:r>
          </a:p>
          <a:p>
            <a:r>
              <a:rPr dirty="0"/>
              <a:t>Stretch Sensors</a:t>
            </a:r>
            <a:endParaRPr lang="en-US" dirty="0"/>
          </a:p>
          <a:p>
            <a:r>
              <a:rPr dirty="0"/>
              <a:t>Magnetic Systems</a:t>
            </a:r>
          </a:p>
        </p:txBody>
      </p:sp>
      <p:pic>
        <p:nvPicPr>
          <p:cNvPr id="12" name="Picture 11" descr="A person wearing a black suit with red lights&#10;&#10;Description automatically generated">
            <a:extLst>
              <a:ext uri="{FF2B5EF4-FFF2-40B4-BE49-F238E27FC236}">
                <a16:creationId xmlns:a16="http://schemas.microsoft.com/office/drawing/2014/main" id="{9513B21A-BA73-44A7-4AAA-66E42C43E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1964" y="1674713"/>
            <a:ext cx="2149151" cy="2274025"/>
          </a:xfrm>
          <a:prstGeom prst="rect">
            <a:avLst/>
          </a:prstGeom>
        </p:spPr>
      </p:pic>
      <p:pic>
        <p:nvPicPr>
          <p:cNvPr id="16" name="Picture 15" descr="A device for measuring body massaging&#10;&#10;Description automatically generated with medium confidence">
            <a:extLst>
              <a:ext uri="{FF2B5EF4-FFF2-40B4-BE49-F238E27FC236}">
                <a16:creationId xmlns:a16="http://schemas.microsoft.com/office/drawing/2014/main" id="{CB8233ED-B303-A861-3CB2-8324BA8C6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587" y="3606068"/>
            <a:ext cx="2145306" cy="2274025"/>
          </a:xfrm>
          <a:prstGeom prst="rect">
            <a:avLst/>
          </a:prstGeom>
        </p:spPr>
      </p:pic>
      <p:pic>
        <p:nvPicPr>
          <p:cNvPr id="18" name="Picture 17" descr="A hand in a glove&#10;&#10;Description automatically generated">
            <a:extLst>
              <a:ext uri="{FF2B5EF4-FFF2-40B4-BE49-F238E27FC236}">
                <a16:creationId xmlns:a16="http://schemas.microsoft.com/office/drawing/2014/main" id="{24A61EE8-FBE0-2EFA-0CF6-A4DD98FC5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141" y="3606068"/>
            <a:ext cx="2147691" cy="2274026"/>
          </a:xfrm>
          <a:prstGeom prst="rect">
            <a:avLst/>
          </a:prstGeom>
        </p:spPr>
      </p:pic>
      <p:pic>
        <p:nvPicPr>
          <p:cNvPr id="21" name="Picture 20" descr="A close-up of a person&#10;&#10;Description automatically generated">
            <a:extLst>
              <a:ext uri="{FF2B5EF4-FFF2-40B4-BE49-F238E27FC236}">
                <a16:creationId xmlns:a16="http://schemas.microsoft.com/office/drawing/2014/main" id="{7E1C4892-8BF9-F0E7-4097-FEE553293D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2612" y="1600206"/>
            <a:ext cx="2214104" cy="2348532"/>
          </a:xfrm>
          <a:prstGeom prst="rect">
            <a:avLst/>
          </a:prstGeom>
        </p:spPr>
      </p:pic>
      <p:pic>
        <p:nvPicPr>
          <p:cNvPr id="23" name="Picture 22" descr="A person wearing a body with a device attached to their back&#10;&#10;Description automatically generated with medium confidence">
            <a:extLst>
              <a:ext uri="{FF2B5EF4-FFF2-40B4-BE49-F238E27FC236}">
                <a16:creationId xmlns:a16="http://schemas.microsoft.com/office/drawing/2014/main" id="{5CC3DCE8-A54A-A89A-E718-65BB458DFF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5080" y="3606069"/>
            <a:ext cx="2147320" cy="2274025"/>
          </a:xfrm>
          <a:prstGeom prst="rect">
            <a:avLst/>
          </a:prstGeom>
        </p:spPr>
      </p:pic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FECBDE6D-186C-56DE-909D-29BDE943D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20DF5-0143-47BC-9725-166FB76E97CB}" type="datetime1">
              <a:rPr lang="en-US" smtClean="0"/>
              <a:t>6/10/2024</a:t>
            </a:fld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96219B6F-E0C7-3A80-1B02-11D103D9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9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A9277B-409C-0576-348B-754F4194C0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8445733"/>
              </p:ext>
            </p:extLst>
          </p:nvPr>
        </p:nvGraphicFramePr>
        <p:xfrm>
          <a:off x="609600" y="1600206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 descr="A person standing next to a robot&#10;&#10;Description automatically generated">
            <a:extLst>
              <a:ext uri="{FF2B5EF4-FFF2-40B4-BE49-F238E27FC236}">
                <a16:creationId xmlns:a16="http://schemas.microsoft.com/office/drawing/2014/main" id="{D65B1AE2-5385-E432-46FD-3568E004E0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318" y="1838129"/>
            <a:ext cx="2572139" cy="2572139"/>
          </a:xfrm>
          <a:prstGeom prst="rect">
            <a:avLst/>
          </a:prstGeom>
        </p:spPr>
      </p:pic>
      <p:pic>
        <p:nvPicPr>
          <p:cNvPr id="11" name="Picture 10" descr="A person using a tool to insert a head into a mannequin&#10;&#10;Description automatically generated">
            <a:extLst>
              <a:ext uri="{FF2B5EF4-FFF2-40B4-BE49-F238E27FC236}">
                <a16:creationId xmlns:a16="http://schemas.microsoft.com/office/drawing/2014/main" id="{4B6A427D-F2E2-488F-2FFB-6038B19462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1213" y="1838129"/>
            <a:ext cx="2572139" cy="2572139"/>
          </a:xfrm>
          <a:prstGeom prst="rect">
            <a:avLst/>
          </a:prstGeom>
        </p:spPr>
      </p:pic>
      <p:pic>
        <p:nvPicPr>
          <p:cNvPr id="13" name="Picture 12" descr="A person and person with facial hair&#10;&#10;Description automatically generated">
            <a:extLst>
              <a:ext uri="{FF2B5EF4-FFF2-40B4-BE49-F238E27FC236}">
                <a16:creationId xmlns:a16="http://schemas.microsoft.com/office/drawing/2014/main" id="{378D7963-7811-8946-7BEA-E94E3B04BC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130" y="1769507"/>
            <a:ext cx="2572139" cy="2572139"/>
          </a:xfrm>
          <a:prstGeom prst="rect">
            <a:avLst/>
          </a:prstGeom>
        </p:spPr>
      </p:pic>
      <p:pic>
        <p:nvPicPr>
          <p:cNvPr id="15" name="Picture 14" descr="A person wearing a helmet&#10;&#10;Description automatically generated">
            <a:extLst>
              <a:ext uri="{FF2B5EF4-FFF2-40B4-BE49-F238E27FC236}">
                <a16:creationId xmlns:a16="http://schemas.microsoft.com/office/drawing/2014/main" id="{F3AEA31C-8DA7-6E8A-F314-AAAEF24A97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7423" y="1830156"/>
            <a:ext cx="2572139" cy="2572139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179CEB-E480-456A-418B-5ABF1399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3A9D-0C33-4AE6-9ABE-4E3B40D6F4B0}" type="datetime1">
              <a:rPr lang="en-US" smtClean="0"/>
              <a:t>6/10/2024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44D22-3FC8-B6CF-AEBE-0658B43E8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Advantage</a:t>
            </a:r>
            <a:r>
              <a:rPr lang="en-US" dirty="0"/>
              <a:t>s</a:t>
            </a:r>
            <a:endParaRPr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0A73325-3A53-2441-164C-773B625FCC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2643134"/>
              </p:ext>
            </p:extLst>
          </p:nvPr>
        </p:nvGraphicFramePr>
        <p:xfrm>
          <a:off x="609600" y="1600206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E94A9C-E102-AA68-CAC5-AC965605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29558-4547-475D-874A-139095AC1C65}" type="datetime1">
              <a:rPr lang="en-US" smtClean="0"/>
              <a:t>6/10/2024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DECCE-6F4F-F464-96D2-2241FD52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</a:t>
            </a:r>
            <a:endParaRPr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0A73325-3A53-2441-164C-773B625FCC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2765778"/>
              </p:ext>
            </p:extLst>
          </p:nvPr>
        </p:nvGraphicFramePr>
        <p:xfrm>
          <a:off x="609600" y="1600206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1ADEB9-78A9-175A-501B-68E7D145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3C7B0-43C7-49EC-911C-0062C37DE55A}" type="datetime1">
              <a:rPr lang="en-US" smtClean="0"/>
              <a:t>6/10/2024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6F827-6CE4-D833-40EF-46429DD74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204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Conclusion</a:t>
            </a:r>
          </a:p>
        </p:txBody>
      </p:sp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F9B9282B-9B68-3A92-9F9F-EC6F440850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4510079"/>
              </p:ext>
            </p:extLst>
          </p:nvPr>
        </p:nvGraphicFramePr>
        <p:xfrm>
          <a:off x="609600" y="1600206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47161-158A-F12F-2F7A-9052EE4B9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628AC-925E-492D-9DB7-FAC8C07558BE}" type="datetime1">
              <a:rPr lang="en-US" smtClean="0"/>
              <a:t>6/10/2024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5DA6A0-30A2-12A8-9FA3-6ED48734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FBD596-D840-6182-FF8F-86125BB65B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1CB68EA-770E-6523-F4AE-2BF7E1D433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0B18FF-F7F7-FE7D-28A6-74BF72C5E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8412-54B3-4E0D-B876-B69D01E7C7DF}" type="datetime1">
              <a:rPr lang="en-US" smtClean="0"/>
              <a:t>6/10/2024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84E8CB-347E-5C15-722E-5E3A4164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04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</TotalTime>
  <Words>187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Motion Capture Technology</vt:lpstr>
      <vt:lpstr>Introduction</vt:lpstr>
      <vt:lpstr>Types of Motion Capture Systems</vt:lpstr>
      <vt:lpstr>Applications</vt:lpstr>
      <vt:lpstr>Advantages</vt:lpstr>
      <vt:lpstr>Disadvantages</vt:lpstr>
      <vt:lpstr>Conclusion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Tuladhar</cp:lastModifiedBy>
  <cp:revision>7</cp:revision>
  <dcterms:created xsi:type="dcterms:W3CDTF">2013-01-27T09:14:16Z</dcterms:created>
  <dcterms:modified xsi:type="dcterms:W3CDTF">2024-06-10T17:09:08Z</dcterms:modified>
  <cp:category/>
</cp:coreProperties>
</file>